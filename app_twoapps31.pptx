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ctiveX/activeX1.xml" ContentType="application/vnd.ms-office.activeX+xml"/>
  <Override PartName="/ppt/notesSlides/notesSlide4.xml" ContentType="application/vnd.openxmlformats-officedocument.presentationml.notesSlide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activeX/activeX17.xml" ContentType="application/vnd.ms-office.activeX+xml"/>
  <Override PartName="/ppt/activeX/activeX18.xml" ContentType="application/vnd.ms-office.activeX+xml"/>
  <Override PartName="/ppt/activeX/activeX19.xml" ContentType="application/vnd.ms-office.activeX+xml"/>
  <Override PartName="/ppt/activeX/activeX20.xml" ContentType="application/vnd.ms-office.activeX+xml"/>
  <Override PartName="/ppt/activeX/activeX21.xml" ContentType="application/vnd.ms-office.activeX+xml"/>
  <Override PartName="/ppt/activeX/activeX22.xml" ContentType="application/vnd.ms-office.activeX+xml"/>
  <Override PartName="/ppt/activeX/activeX23.xml" ContentType="application/vnd.ms-office.activeX+xml"/>
  <Override PartName="/ppt/activeX/activeX24.xml" ContentType="application/vnd.ms-office.activeX+xml"/>
  <Override PartName="/ppt/activeX/activeX25.xml" ContentType="application/vnd.ms-office.activeX+xml"/>
  <Override PartName="/ppt/activeX/activeX26.xml" ContentType="application/vnd.ms-office.activeX+xml"/>
  <Override PartName="/ppt/activeX/activeX27.xml" ContentType="application/vnd.ms-office.activeX+xml"/>
  <Override PartName="/ppt/activeX/activeX28.xml" ContentType="application/vnd.ms-office.activeX+xml"/>
  <Override PartName="/ppt/activeX/activeX29.xml" ContentType="application/vnd.ms-office.activeX+xml"/>
  <Override PartName="/ppt/activeX/activeX30.xml" ContentType="application/vnd.ms-office.activeX+xml"/>
  <Override PartName="/ppt/activeX/activeX31.xml" ContentType="application/vnd.ms-office.activeX+xml"/>
  <Override PartName="/ppt/activeX/activeX32.xml" ContentType="application/vnd.ms-office.activeX+xml"/>
  <Override PartName="/ppt/activeX/activeX33.xml" ContentType="application/vnd.ms-office.activeX+xml"/>
  <Override PartName="/ppt/activeX/activeX34.xml" ContentType="application/vnd.ms-office.activeX+xml"/>
  <Override PartName="/ppt/activeX/activeX35.xml" ContentType="application/vnd.ms-office.activeX+xml"/>
  <Override PartName="/ppt/activeX/activeX36.xml" ContentType="application/vnd.ms-office.activeX+xml"/>
  <Override PartName="/ppt/activeX/activeX37.xml" ContentType="application/vnd.ms-office.activeX+xml"/>
  <Override PartName="/ppt/activeX/activeX38.xml" ContentType="application/vnd.ms-office.activeX+xml"/>
  <Override PartName="/ppt/activeX/activeX39.xml" ContentType="application/vnd.ms-office.activeX+xml"/>
  <Override PartName="/ppt/activeX/activeX40.xml" ContentType="application/vnd.ms-office.activeX+xml"/>
  <Override PartName="/ppt/activeX/activeX41.xml" ContentType="application/vnd.ms-office.activeX+xml"/>
  <Override PartName="/ppt/activeX/activeX42.xml" ContentType="application/vnd.ms-office.activeX+xml"/>
  <Override PartName="/ppt/activeX/activeX43.xml" ContentType="application/vnd.ms-office.activeX+xml"/>
  <Override PartName="/ppt/activeX/activeX44.xml" ContentType="application/vnd.ms-office.activeX+xml"/>
  <Override PartName="/ppt/activeX/activeX45.xml" ContentType="application/vnd.ms-office.activeX+xml"/>
  <Override PartName="/ppt/activeX/activeX46.xml" ContentType="application/vnd.ms-office.activeX+xml"/>
  <Override PartName="/ppt/activeX/activeX47.xml" ContentType="application/vnd.ms-office.activeX+xml"/>
  <Override PartName="/ppt/activeX/activeX48.xml" ContentType="application/vnd.ms-office.activeX+xml"/>
  <Override PartName="/ppt/activeX/activeX49.xml" ContentType="application/vnd.ms-office.activeX+xml"/>
  <Override PartName="/ppt/activeX/activeX50.xml" ContentType="application/vnd.ms-office.activeX+xml"/>
  <Override PartName="/ppt/activeX/activeX51.xml" ContentType="application/vnd.ms-office.activeX+xml"/>
  <Override PartName="/ppt/activeX/activeX52.xml" ContentType="application/vnd.ms-office.activeX+xml"/>
  <Override PartName="/ppt/notesSlides/notesSlide5.xml" ContentType="application/vnd.openxmlformats-officedocument.presentationml.notesSlide+xml"/>
  <Override PartName="/ppt/activeX/activeX53.xml" ContentType="application/vnd.ms-office.activeX+xml"/>
  <Override PartName="/ppt/notesSlides/notesSlide6.xml" ContentType="application/vnd.openxmlformats-officedocument.presentationml.notesSlide+xml"/>
  <Override PartName="/ppt/activeX/activeX54.xml" ContentType="application/vnd.ms-office.activeX+xml"/>
  <Override PartName="/ppt/notesSlides/notesSlide7.xml" ContentType="application/vnd.openxmlformats-officedocument.presentationml.notesSlide+xml"/>
  <Override PartName="/ppt/activeX/activeX55.xml" ContentType="application/vnd.ms-office.activeX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2"/>
  </p:notesMasterIdLst>
  <p:sldIdLst>
    <p:sldId id="267" r:id="rId2"/>
    <p:sldId id="258" r:id="rId3"/>
    <p:sldId id="277" r:id="rId4"/>
    <p:sldId id="282" r:id="rId5"/>
    <p:sldId id="281" r:id="rId6"/>
    <p:sldId id="280" r:id="rId7"/>
    <p:sldId id="278" r:id="rId8"/>
    <p:sldId id="272" r:id="rId9"/>
    <p:sldId id="279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FI" id="{C67020E3-1D02-44DA-A9D7-4174998A77FC}">
          <p14:sldIdLst>
            <p14:sldId id="267"/>
            <p14:sldId id="258"/>
          </p14:sldIdLst>
        </p14:section>
        <p14:section name="TCS Knox" id="{1F481ABD-E35F-42FD-B635-720A065D6B24}">
          <p14:sldIdLst>
            <p14:sldId id="277"/>
            <p14:sldId id="282"/>
          </p14:sldIdLst>
        </p14:section>
        <p14:section name="TwoWored" id="{BB128E90-556A-4A40-94F7-6242DA8DCF84}">
          <p14:sldIdLst>
            <p14:sldId id="281"/>
          </p14:sldIdLst>
        </p14:section>
        <p14:section name="TwoXS" id="{CA3DF930-6C4D-45FC-BAB4-DF4962732C2A}">
          <p14:sldIdLst>
            <p14:sldId id="280"/>
          </p14:sldIdLst>
        </p14:section>
        <p14:section name="TwoNote" id="{3144E431-7375-4352-A95F-B2A58F7640F5}">
          <p14:sldIdLst>
            <p14:sldId id="278"/>
            <p14:sldId id="272"/>
            <p14:sldId id="279"/>
          </p14:sldIdLst>
        </p14:section>
        <p14:section name="Eixt" id="{3534E2DF-3F36-4920-8674-7A85B5C0489D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тёпа Лещенко" initials="СЛ" lastIdx="1" clrIdx="0">
    <p:extLst>
      <p:ext uri="{19B8F6BF-5375-455C-9EA6-DF929625EA0E}">
        <p15:presenceInfo xmlns:p15="http://schemas.microsoft.com/office/powerpoint/2012/main" userId="Стёпа Лещенко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 autoAdjust="0"/>
    <p:restoredTop sz="94628" autoAdjust="0"/>
  </p:normalViewPr>
  <p:slideViewPr>
    <p:cSldViewPr>
      <p:cViewPr>
        <p:scale>
          <a:sx n="78" d="100"/>
          <a:sy n="78" d="100"/>
        </p:scale>
        <p:origin x="54" y="5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_rels/activeX22.xml.rels><?xml version="1.0" encoding="UTF-8" standalone="yes"?>
<Relationships xmlns="http://schemas.openxmlformats.org/package/2006/relationships"><Relationship Id="rId1" Type="http://schemas.microsoft.com/office/2006/relationships/activeXControlBinary" Target="activeX22.bin"/></Relationships>
</file>

<file path=ppt/activeX/_rels/activeX23.xml.rels><?xml version="1.0" encoding="UTF-8" standalone="yes"?>
<Relationships xmlns="http://schemas.openxmlformats.org/package/2006/relationships"><Relationship Id="rId1" Type="http://schemas.microsoft.com/office/2006/relationships/activeXControlBinary" Target="activeX23.bin"/></Relationships>
</file>

<file path=ppt/activeX/_rels/activeX24.xml.rels><?xml version="1.0" encoding="UTF-8" standalone="yes"?>
<Relationships xmlns="http://schemas.openxmlformats.org/package/2006/relationships"><Relationship Id="rId1" Type="http://schemas.microsoft.com/office/2006/relationships/activeXControlBinary" Target="activeX24.bin"/></Relationships>
</file>

<file path=ppt/activeX/_rels/activeX25.xml.rels><?xml version="1.0" encoding="UTF-8" standalone="yes"?>
<Relationships xmlns="http://schemas.openxmlformats.org/package/2006/relationships"><Relationship Id="rId1" Type="http://schemas.microsoft.com/office/2006/relationships/activeXControlBinary" Target="activeX25.bin"/></Relationships>
</file>

<file path=ppt/activeX/_rels/activeX26.xml.rels><?xml version="1.0" encoding="UTF-8" standalone="yes"?>
<Relationships xmlns="http://schemas.openxmlformats.org/package/2006/relationships"><Relationship Id="rId1" Type="http://schemas.microsoft.com/office/2006/relationships/activeXControlBinary" Target="activeX26.bin"/></Relationships>
</file>

<file path=ppt/activeX/_rels/activeX27.xml.rels><?xml version="1.0" encoding="UTF-8" standalone="yes"?>
<Relationships xmlns="http://schemas.openxmlformats.org/package/2006/relationships"><Relationship Id="rId1" Type="http://schemas.microsoft.com/office/2006/relationships/activeXControlBinary" Target="activeX27.bin"/></Relationships>
</file>

<file path=ppt/activeX/_rels/activeX28.xml.rels><?xml version="1.0" encoding="UTF-8" standalone="yes"?>
<Relationships xmlns="http://schemas.openxmlformats.org/package/2006/relationships"><Relationship Id="rId1" Type="http://schemas.microsoft.com/office/2006/relationships/activeXControlBinary" Target="activeX28.bin"/></Relationships>
</file>

<file path=ppt/activeX/_rels/activeX29.xml.rels><?xml version="1.0" encoding="UTF-8" standalone="yes"?>
<Relationships xmlns="http://schemas.openxmlformats.org/package/2006/relationships"><Relationship Id="rId1" Type="http://schemas.microsoft.com/office/2006/relationships/activeXControlBinary" Target="activeX29.bin"/></Relationships>
</file>

<file path=ppt/activeX/_rels/activeX30.xml.rels><?xml version="1.0" encoding="UTF-8" standalone="yes"?>
<Relationships xmlns="http://schemas.openxmlformats.org/package/2006/relationships"><Relationship Id="rId1" Type="http://schemas.microsoft.com/office/2006/relationships/activeXControlBinary" Target="activeX30.bin"/></Relationships>
</file>

<file path=ppt/activeX/_rels/activeX31.xml.rels><?xml version="1.0" encoding="UTF-8" standalone="yes"?>
<Relationships xmlns="http://schemas.openxmlformats.org/package/2006/relationships"><Relationship Id="rId1" Type="http://schemas.microsoft.com/office/2006/relationships/activeXControlBinary" Target="activeX31.bin"/></Relationships>
</file>

<file path=ppt/activeX/_rels/activeX32.xml.rels><?xml version="1.0" encoding="UTF-8" standalone="yes"?>
<Relationships xmlns="http://schemas.openxmlformats.org/package/2006/relationships"><Relationship Id="rId1" Type="http://schemas.microsoft.com/office/2006/relationships/activeXControlBinary" Target="activeX32.bin"/></Relationships>
</file>

<file path=ppt/activeX/_rels/activeX33.xml.rels><?xml version="1.0" encoding="UTF-8" standalone="yes"?>
<Relationships xmlns="http://schemas.openxmlformats.org/package/2006/relationships"><Relationship Id="rId1" Type="http://schemas.microsoft.com/office/2006/relationships/activeXControlBinary" Target="activeX33.bin"/></Relationships>
</file>

<file path=ppt/activeX/_rels/activeX34.xml.rels><?xml version="1.0" encoding="UTF-8" standalone="yes"?>
<Relationships xmlns="http://schemas.openxmlformats.org/package/2006/relationships"><Relationship Id="rId1" Type="http://schemas.microsoft.com/office/2006/relationships/activeXControlBinary" Target="activeX34.bin"/></Relationships>
</file>

<file path=ppt/activeX/_rels/activeX35.xml.rels><?xml version="1.0" encoding="UTF-8" standalone="yes"?>
<Relationships xmlns="http://schemas.openxmlformats.org/package/2006/relationships"><Relationship Id="rId1" Type="http://schemas.microsoft.com/office/2006/relationships/activeXControlBinary" Target="activeX35.bin"/></Relationships>
</file>

<file path=ppt/activeX/_rels/activeX36.xml.rels><?xml version="1.0" encoding="UTF-8" standalone="yes"?>
<Relationships xmlns="http://schemas.openxmlformats.org/package/2006/relationships"><Relationship Id="rId1" Type="http://schemas.microsoft.com/office/2006/relationships/activeXControlBinary" Target="activeX36.bin"/></Relationships>
</file>

<file path=ppt/activeX/_rels/activeX37.xml.rels><?xml version="1.0" encoding="UTF-8" standalone="yes"?>
<Relationships xmlns="http://schemas.openxmlformats.org/package/2006/relationships"><Relationship Id="rId1" Type="http://schemas.microsoft.com/office/2006/relationships/activeXControlBinary" Target="activeX37.bin"/></Relationships>
</file>

<file path=ppt/activeX/_rels/activeX38.xml.rels><?xml version="1.0" encoding="UTF-8" standalone="yes"?>
<Relationships xmlns="http://schemas.openxmlformats.org/package/2006/relationships"><Relationship Id="rId1" Type="http://schemas.microsoft.com/office/2006/relationships/activeXControlBinary" Target="activeX38.bin"/></Relationships>
</file>

<file path=ppt/activeX/_rels/activeX39.xml.rels><?xml version="1.0" encoding="UTF-8" standalone="yes"?>
<Relationships xmlns="http://schemas.openxmlformats.org/package/2006/relationships"><Relationship Id="rId1" Type="http://schemas.microsoft.com/office/2006/relationships/activeXControlBinary" Target="activeX39.bin"/></Relationships>
</file>

<file path=ppt/activeX/_rels/activeX40.xml.rels><?xml version="1.0" encoding="UTF-8" standalone="yes"?>
<Relationships xmlns="http://schemas.openxmlformats.org/package/2006/relationships"><Relationship Id="rId1" Type="http://schemas.microsoft.com/office/2006/relationships/activeXControlBinary" Target="activeX40.bin"/></Relationships>
</file>

<file path=ppt/activeX/_rels/activeX41.xml.rels><?xml version="1.0" encoding="UTF-8" standalone="yes"?>
<Relationships xmlns="http://schemas.openxmlformats.org/package/2006/relationships"><Relationship Id="rId1" Type="http://schemas.microsoft.com/office/2006/relationships/activeXControlBinary" Target="activeX41.bin"/></Relationships>
</file>

<file path=ppt/activeX/_rels/activeX42.xml.rels><?xml version="1.0" encoding="UTF-8" standalone="yes"?>
<Relationships xmlns="http://schemas.openxmlformats.org/package/2006/relationships"><Relationship Id="rId1" Type="http://schemas.microsoft.com/office/2006/relationships/activeXControlBinary" Target="activeX42.bin"/></Relationships>
</file>

<file path=ppt/activeX/_rels/activeX43.xml.rels><?xml version="1.0" encoding="UTF-8" standalone="yes"?>
<Relationships xmlns="http://schemas.openxmlformats.org/package/2006/relationships"><Relationship Id="rId1" Type="http://schemas.microsoft.com/office/2006/relationships/activeXControlBinary" Target="activeX43.bin"/></Relationships>
</file>

<file path=ppt/activeX/_rels/activeX44.xml.rels><?xml version="1.0" encoding="UTF-8" standalone="yes"?>
<Relationships xmlns="http://schemas.openxmlformats.org/package/2006/relationships"><Relationship Id="rId1" Type="http://schemas.microsoft.com/office/2006/relationships/activeXControlBinary" Target="activeX44.bin"/></Relationships>
</file>

<file path=ppt/activeX/_rels/activeX45.xml.rels><?xml version="1.0" encoding="UTF-8" standalone="yes"?>
<Relationships xmlns="http://schemas.openxmlformats.org/package/2006/relationships"><Relationship Id="rId1" Type="http://schemas.microsoft.com/office/2006/relationships/activeXControlBinary" Target="activeX45.bin"/></Relationships>
</file>

<file path=ppt/activeX/_rels/activeX46.xml.rels><?xml version="1.0" encoding="UTF-8" standalone="yes"?>
<Relationships xmlns="http://schemas.openxmlformats.org/package/2006/relationships"><Relationship Id="rId1" Type="http://schemas.microsoft.com/office/2006/relationships/activeXControlBinary" Target="activeX46.bin"/></Relationships>
</file>

<file path=ppt/activeX/_rels/activeX47.xml.rels><?xml version="1.0" encoding="UTF-8" standalone="yes"?>
<Relationships xmlns="http://schemas.openxmlformats.org/package/2006/relationships"><Relationship Id="rId1" Type="http://schemas.microsoft.com/office/2006/relationships/activeXControlBinary" Target="activeX47.bin"/></Relationships>
</file>

<file path=ppt/activeX/_rels/activeX48.xml.rels><?xml version="1.0" encoding="UTF-8" standalone="yes"?>
<Relationships xmlns="http://schemas.openxmlformats.org/package/2006/relationships"><Relationship Id="rId1" Type="http://schemas.microsoft.com/office/2006/relationships/activeXControlBinary" Target="activeX48.bin"/></Relationships>
</file>

<file path=ppt/activeX/_rels/activeX49.xml.rels><?xml version="1.0" encoding="UTF-8" standalone="yes"?>
<Relationships xmlns="http://schemas.openxmlformats.org/package/2006/relationships"><Relationship Id="rId1" Type="http://schemas.microsoft.com/office/2006/relationships/activeXControlBinary" Target="activeX49.bin"/></Relationships>
</file>

<file path=ppt/activeX/_rels/activeX50.xml.rels><?xml version="1.0" encoding="UTF-8" standalone="yes"?>
<Relationships xmlns="http://schemas.openxmlformats.org/package/2006/relationships"><Relationship Id="rId1" Type="http://schemas.microsoft.com/office/2006/relationships/activeXControlBinary" Target="activeX50.bin"/></Relationships>
</file>

<file path=ppt/activeX/_rels/activeX51.xml.rels><?xml version="1.0" encoding="UTF-8" standalone="yes"?>
<Relationships xmlns="http://schemas.openxmlformats.org/package/2006/relationships"><Relationship Id="rId1" Type="http://schemas.microsoft.com/office/2006/relationships/activeXControlBinary" Target="activeX51.bin"/></Relationships>
</file>

<file path=ppt/activeX/_rels/activeX52.xml.rels><?xml version="1.0" encoding="UTF-8" standalone="yes"?>
<Relationships xmlns="http://schemas.openxmlformats.org/package/2006/relationships"><Relationship Id="rId1" Type="http://schemas.microsoft.com/office/2006/relationships/activeXControlBinary" Target="activeX52.bin"/></Relationships>
</file>

<file path=ppt/activeX/_rels/activeX53.xml.rels><?xml version="1.0" encoding="UTF-8" standalone="yes"?>
<Relationships xmlns="http://schemas.openxmlformats.org/package/2006/relationships"><Relationship Id="rId1" Type="http://schemas.microsoft.com/office/2006/relationships/activeXControlBinary" Target="activeX53.bin"/></Relationships>
</file>

<file path=ppt/activeX/_rels/activeX54.xml.rels><?xml version="1.0" encoding="UTF-8" standalone="yes"?>
<Relationships xmlns="http://schemas.openxmlformats.org/package/2006/relationships"><Relationship Id="rId1" Type="http://schemas.microsoft.com/office/2006/relationships/activeXControlBinary" Target="activeX54.bin"/></Relationships>
</file>

<file path=ppt/activeX/_rels/activeX55.xml.rels><?xml version="1.0" encoding="UTF-8" standalone="yes"?>
<Relationships xmlns="http://schemas.openxmlformats.org/package/2006/relationships"><Relationship Id="rId1" Type="http://schemas.microsoft.com/office/2006/relationships/activeXControlBinary" Target="activeX55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Стёпа Лещенко" userId="020492763fd35c9f" providerId="LiveId" clId="{B31872D8-FA84-48BD-B984-9C0CB465A972}"/>
    <pc:docChg chg="undo custSel addSld delSld modSld sldOrd modMainMaster addSection delSection modSection">
      <pc:chgData name="Стёпа Лещенко" userId="020492763fd35c9f" providerId="LiveId" clId="{B31872D8-FA84-48BD-B984-9C0CB465A972}" dt="2026-08-17T15:11:30.767" v="994" actId="207"/>
      <pc:docMkLst>
        <pc:docMk/>
      </pc:docMkLst>
      <pc:sldChg chg="modSp mod">
        <pc:chgData name="Стёпа Лещенко" userId="020492763fd35c9f" providerId="LiveId" clId="{B31872D8-FA84-48BD-B984-9C0CB465A972}" dt="2026-08-17T14:20:42.876" v="182" actId="20577"/>
        <pc:sldMkLst>
          <pc:docMk/>
          <pc:sldMk cId="2221434620" sldId="258"/>
        </pc:sldMkLst>
        <pc:spChg chg="mod">
          <ac:chgData name="Стёпа Лещенко" userId="020492763fd35c9f" providerId="LiveId" clId="{B31872D8-FA84-48BD-B984-9C0CB465A972}" dt="2026-08-17T14:20:42.876" v="182" actId="20577"/>
          <ac:spMkLst>
            <pc:docMk/>
            <pc:sldMk cId="2221434620" sldId="258"/>
            <ac:spMk id="2" creationId="{00000000-0000-0000-0000-000000000000}"/>
          </ac:spMkLst>
        </pc:spChg>
        <pc:spChg chg="mod">
          <ac:chgData name="Стёпа Лещенко" userId="020492763fd35c9f" providerId="LiveId" clId="{B31872D8-FA84-48BD-B984-9C0CB465A972}" dt="2026-08-17T14:20:38.330" v="179" actId="1076"/>
          <ac:spMkLst>
            <pc:docMk/>
            <pc:sldMk cId="2221434620" sldId="258"/>
            <ac:spMk id="6" creationId="{00000000-0000-0000-0000-000000000000}"/>
          </ac:spMkLst>
        </pc:spChg>
        <pc:spChg chg="mod">
          <ac:chgData name="Стёпа Лещенко" userId="020492763fd35c9f" providerId="LiveId" clId="{B31872D8-FA84-48BD-B984-9C0CB465A972}" dt="2026-08-17T14:20:38.330" v="178" actId="1076"/>
          <ac:spMkLst>
            <pc:docMk/>
            <pc:sldMk cId="2221434620" sldId="258"/>
            <ac:spMk id="7" creationId="{D0DD167B-EF28-4FB3-3510-DD33C6AF2232}"/>
          </ac:spMkLst>
        </pc:spChg>
        <pc:spChg chg="mod">
          <ac:chgData name="Стёпа Лещенко" userId="020492763fd35c9f" providerId="LiveId" clId="{B31872D8-FA84-48BD-B984-9C0CB465A972}" dt="2026-08-17T14:20:38.330" v="180" actId="1076"/>
          <ac:spMkLst>
            <pc:docMk/>
            <pc:sldMk cId="2221434620" sldId="258"/>
            <ac:spMk id="9" creationId="{F5C68971-E0C0-437C-A85A-319187B211EB}"/>
          </ac:spMkLst>
        </pc:spChg>
      </pc:sldChg>
      <pc:sldChg chg="del">
        <pc:chgData name="Стёпа Лещенко" userId="020492763fd35c9f" providerId="LiveId" clId="{B31872D8-FA84-48BD-B984-9C0CB465A972}" dt="2026-08-17T14:38:11.030" v="454" actId="47"/>
        <pc:sldMkLst>
          <pc:docMk/>
          <pc:sldMk cId="2850328958" sldId="260"/>
        </pc:sldMkLst>
      </pc:sldChg>
      <pc:sldChg chg="ord">
        <pc:chgData name="Стёпа Лещенко" userId="020492763fd35c9f" providerId="LiveId" clId="{B31872D8-FA84-48BD-B984-9C0CB465A972}" dt="2026-08-17T14:38:25.730" v="467"/>
        <pc:sldMkLst>
          <pc:docMk/>
          <pc:sldMk cId="390715722" sldId="261"/>
        </pc:sldMkLst>
      </pc:sldChg>
      <pc:sldChg chg="del">
        <pc:chgData name="Стёпа Лещенко" userId="020492763fd35c9f" providerId="LiveId" clId="{B31872D8-FA84-48BD-B984-9C0CB465A972}" dt="2026-08-17T14:38:10.354" v="453" actId="47"/>
        <pc:sldMkLst>
          <pc:docMk/>
          <pc:sldMk cId="1302886792" sldId="266"/>
        </pc:sldMkLst>
      </pc:sldChg>
      <pc:sldChg chg="setBg">
        <pc:chgData name="Стёпа Лещенко" userId="020492763fd35c9f" providerId="LiveId" clId="{B31872D8-FA84-48BD-B984-9C0CB465A972}" dt="2026-08-17T14:44:55.279" v="667"/>
        <pc:sldMkLst>
          <pc:docMk/>
          <pc:sldMk cId="1941015105" sldId="267"/>
        </pc:sldMkLst>
      </pc:sldChg>
      <pc:sldChg chg="modSp del mod">
        <pc:chgData name="Стёпа Лещенко" userId="020492763fd35c9f" providerId="LiveId" clId="{B31872D8-FA84-48BD-B984-9C0CB465A972}" dt="2026-08-17T14:38:12.862" v="456" actId="47"/>
        <pc:sldMkLst>
          <pc:docMk/>
          <pc:sldMk cId="2462123498" sldId="268"/>
        </pc:sldMkLst>
        <pc:spChg chg="mod">
          <ac:chgData name="Стёпа Лещенко" userId="020492763fd35c9f" providerId="LiveId" clId="{B31872D8-FA84-48BD-B984-9C0CB465A972}" dt="2026-08-17T14:17:16.417" v="19" actId="1076"/>
          <ac:spMkLst>
            <pc:docMk/>
            <pc:sldMk cId="2462123498" sldId="268"/>
            <ac:spMk id="2" creationId="{00000000-0000-0000-0000-000000000000}"/>
          </ac:spMkLst>
        </pc:spChg>
      </pc:sldChg>
      <pc:sldChg chg="del">
        <pc:chgData name="Стёпа Лещенко" userId="020492763fd35c9f" providerId="LiveId" clId="{B31872D8-FA84-48BD-B984-9C0CB465A972}" dt="2026-08-17T14:17:18.292" v="20" actId="47"/>
        <pc:sldMkLst>
          <pc:docMk/>
          <pc:sldMk cId="3703540901" sldId="270"/>
        </pc:sldMkLst>
      </pc:sldChg>
      <pc:sldChg chg="del">
        <pc:chgData name="Стёпа Лещенко" userId="020492763fd35c9f" providerId="LiveId" clId="{B31872D8-FA84-48BD-B984-9C0CB465A972}" dt="2026-08-17T14:38:11.855" v="455" actId="47"/>
        <pc:sldMkLst>
          <pc:docMk/>
          <pc:sldMk cId="1165274109" sldId="271"/>
        </pc:sldMkLst>
      </pc:sldChg>
      <pc:sldChg chg="addSp delSp modSp mod ord delAnim">
        <pc:chgData name="Стёпа Лещенко" userId="020492763fd35c9f" providerId="LiveId" clId="{B31872D8-FA84-48BD-B984-9C0CB465A972}" dt="2026-08-17T14:40:28.362" v="481"/>
        <pc:sldMkLst>
          <pc:docMk/>
          <pc:sldMk cId="2811473390" sldId="272"/>
        </pc:sldMkLst>
        <pc:spChg chg="mod">
          <ac:chgData name="Стёпа Лещенко" userId="020492763fd35c9f" providerId="LiveId" clId="{B31872D8-FA84-48BD-B984-9C0CB465A972}" dt="2026-08-17T14:24:14.299" v="342" actId="1076"/>
          <ac:spMkLst>
            <pc:docMk/>
            <pc:sldMk cId="2811473390" sldId="272"/>
            <ac:spMk id="2" creationId="{00000000-0000-0000-0000-000000000000}"/>
          </ac:spMkLst>
        </pc:spChg>
        <pc:spChg chg="add del mod">
          <ac:chgData name="Стёпа Лещенко" userId="020492763fd35c9f" providerId="LiveId" clId="{B31872D8-FA84-48BD-B984-9C0CB465A972}" dt="2026-08-17T14:24:34.103" v="346" actId="21"/>
          <ac:spMkLst>
            <pc:docMk/>
            <pc:sldMk cId="2811473390" sldId="272"/>
            <ac:spMk id="3" creationId="{F0A19148-E54F-42DC-A195-A5DB3DF70266}"/>
          </ac:spMkLst>
        </pc:spChg>
        <pc:spChg chg="add del mod">
          <ac:chgData name="Стёпа Лещенко" userId="020492763fd35c9f" providerId="LiveId" clId="{B31872D8-FA84-48BD-B984-9C0CB465A972}" dt="2026-08-17T14:34:33.197" v="405" actId="478"/>
          <ac:spMkLst>
            <pc:docMk/>
            <pc:sldMk cId="2811473390" sldId="272"/>
            <ac:spMk id="5" creationId="{2D205CEF-A0A4-44F2-9D78-2E26285C2039}"/>
          </ac:spMkLst>
        </pc:spChg>
        <pc:spChg chg="del mod">
          <ac:chgData name="Стёпа Лещенко" userId="020492763fd35c9f" providerId="LiveId" clId="{B31872D8-FA84-48BD-B984-9C0CB465A972}" dt="2026-08-17T14:21:59.049" v="269" actId="478"/>
          <ac:spMkLst>
            <pc:docMk/>
            <pc:sldMk cId="2811473390" sldId="272"/>
            <ac:spMk id="9" creationId="{00000000-0000-0000-0000-000000000000}"/>
          </ac:spMkLst>
        </pc:spChg>
        <pc:spChg chg="add del">
          <ac:chgData name="Стёпа Лещенко" userId="020492763fd35c9f" providerId="LiveId" clId="{B31872D8-FA84-48BD-B984-9C0CB465A972}" dt="2026-08-17T14:22:19.336" v="280"/>
          <ac:spMkLst>
            <pc:docMk/>
            <pc:sldMk cId="2811473390" sldId="272"/>
            <ac:spMk id="10" creationId="{752FD6A8-4BED-44A5-A66D-ADEE6B0E1928}"/>
          </ac:spMkLst>
        </pc:spChg>
        <pc:spChg chg="del">
          <ac:chgData name="Стёпа Лещенко" userId="020492763fd35c9f" providerId="LiveId" clId="{B31872D8-FA84-48BD-B984-9C0CB465A972}" dt="2026-08-17T14:21:57.184" v="266" actId="478"/>
          <ac:spMkLst>
            <pc:docMk/>
            <pc:sldMk cId="2811473390" sldId="272"/>
            <ac:spMk id="11" creationId="{00000000-0000-0000-0000-000000000000}"/>
          </ac:spMkLst>
        </pc:spChg>
        <pc:spChg chg="add del">
          <ac:chgData name="Стёпа Лещенко" userId="020492763fd35c9f" providerId="LiveId" clId="{B31872D8-FA84-48BD-B984-9C0CB465A972}" dt="2026-08-17T14:22:19.336" v="280"/>
          <ac:spMkLst>
            <pc:docMk/>
            <pc:sldMk cId="2811473390" sldId="272"/>
            <ac:spMk id="12" creationId="{B628A37B-26D4-4661-80E0-A104BC496815}"/>
          </ac:spMkLst>
        </pc:spChg>
        <pc:spChg chg="add del mod">
          <ac:chgData name="Стёпа Лещенко" userId="020492763fd35c9f" providerId="LiveId" clId="{B31872D8-FA84-48BD-B984-9C0CB465A972}" dt="2026-08-17T14:24:09.583" v="341" actId="1076"/>
          <ac:spMkLst>
            <pc:docMk/>
            <pc:sldMk cId="2811473390" sldId="272"/>
            <ac:spMk id="13" creationId="{00000000-0000-0000-0000-000000000000}"/>
          </ac:spMkLst>
        </pc:spChg>
        <pc:spChg chg="add del">
          <ac:chgData name="Стёпа Лещенко" userId="020492763fd35c9f" providerId="LiveId" clId="{B31872D8-FA84-48BD-B984-9C0CB465A972}" dt="2026-08-17T14:22:19.336" v="280"/>
          <ac:spMkLst>
            <pc:docMk/>
            <pc:sldMk cId="2811473390" sldId="272"/>
            <ac:spMk id="14" creationId="{C3FC1E1E-B83F-4F3F-B89E-15E72EE562DD}"/>
          </ac:spMkLst>
        </pc:spChg>
        <pc:spChg chg="add del">
          <ac:chgData name="Стёпа Лещенко" userId="020492763fd35c9f" providerId="LiveId" clId="{B31872D8-FA84-48BD-B984-9C0CB465A972}" dt="2026-08-17T14:22:18.995" v="279"/>
          <ac:spMkLst>
            <pc:docMk/>
            <pc:sldMk cId="2811473390" sldId="272"/>
            <ac:spMk id="15" creationId="{A98BB2A4-6247-4E24-BB83-103DA97FD54A}"/>
          </ac:spMkLst>
        </pc:spChg>
        <pc:spChg chg="add del">
          <ac:chgData name="Стёпа Лещенко" userId="020492763fd35c9f" providerId="LiveId" clId="{B31872D8-FA84-48BD-B984-9C0CB465A972}" dt="2026-08-17T14:22:18.995" v="279"/>
          <ac:spMkLst>
            <pc:docMk/>
            <pc:sldMk cId="2811473390" sldId="272"/>
            <ac:spMk id="16" creationId="{013E68F6-55DC-40D3-9EFF-4A7FA57C5779}"/>
          </ac:spMkLst>
        </pc:spChg>
        <pc:spChg chg="add del">
          <ac:chgData name="Стёпа Лещенко" userId="020492763fd35c9f" providerId="LiveId" clId="{B31872D8-FA84-48BD-B984-9C0CB465A972}" dt="2026-08-17T14:22:18.995" v="279"/>
          <ac:spMkLst>
            <pc:docMk/>
            <pc:sldMk cId="2811473390" sldId="272"/>
            <ac:spMk id="17" creationId="{B08905C1-176A-4A0C-A725-A4D774FDD87B}"/>
          </ac:spMkLst>
        </pc:spChg>
        <pc:spChg chg="add del">
          <ac:chgData name="Стёпа Лещенко" userId="020492763fd35c9f" providerId="LiveId" clId="{B31872D8-FA84-48BD-B984-9C0CB465A972}" dt="2026-08-17T14:22:18.686" v="278"/>
          <ac:spMkLst>
            <pc:docMk/>
            <pc:sldMk cId="2811473390" sldId="272"/>
            <ac:spMk id="18" creationId="{F88103F6-686A-462A-A917-F1D07F92FABB}"/>
          </ac:spMkLst>
        </pc:spChg>
        <pc:spChg chg="add del">
          <ac:chgData name="Стёпа Лещенко" userId="020492763fd35c9f" providerId="LiveId" clId="{B31872D8-FA84-48BD-B984-9C0CB465A972}" dt="2026-08-17T14:22:18.686" v="278"/>
          <ac:spMkLst>
            <pc:docMk/>
            <pc:sldMk cId="2811473390" sldId="272"/>
            <ac:spMk id="19" creationId="{BD3A9D4F-4141-43B2-8C42-5FDC17435986}"/>
          </ac:spMkLst>
        </pc:spChg>
        <pc:spChg chg="add del">
          <ac:chgData name="Стёпа Лещенко" userId="020492763fd35c9f" providerId="LiveId" clId="{B31872D8-FA84-48BD-B984-9C0CB465A972}" dt="2026-08-17T14:22:18.686" v="278"/>
          <ac:spMkLst>
            <pc:docMk/>
            <pc:sldMk cId="2811473390" sldId="272"/>
            <ac:spMk id="20" creationId="{ABAC4A6B-FFAC-4F0E-8824-940157D01F3C}"/>
          </ac:spMkLst>
        </pc:spChg>
        <pc:spChg chg="add del">
          <ac:chgData name="Стёпа Лещенко" userId="020492763fd35c9f" providerId="LiveId" clId="{B31872D8-FA84-48BD-B984-9C0CB465A972}" dt="2026-08-17T14:22:18.255" v="277"/>
          <ac:spMkLst>
            <pc:docMk/>
            <pc:sldMk cId="2811473390" sldId="272"/>
            <ac:spMk id="21" creationId="{B4B79343-538A-4429-A840-3437E4447E79}"/>
          </ac:spMkLst>
        </pc:spChg>
        <pc:spChg chg="add del">
          <ac:chgData name="Стёпа Лещенко" userId="020492763fd35c9f" providerId="LiveId" clId="{B31872D8-FA84-48BD-B984-9C0CB465A972}" dt="2026-08-17T14:22:18.255" v="277"/>
          <ac:spMkLst>
            <pc:docMk/>
            <pc:sldMk cId="2811473390" sldId="272"/>
            <ac:spMk id="22" creationId="{46C86D71-5106-4411-BB73-D9AFE1CA3EC8}"/>
          </ac:spMkLst>
        </pc:spChg>
        <pc:spChg chg="add del">
          <ac:chgData name="Стёпа Лещенко" userId="020492763fd35c9f" providerId="LiveId" clId="{B31872D8-FA84-48BD-B984-9C0CB465A972}" dt="2026-08-17T14:22:18.255" v="277"/>
          <ac:spMkLst>
            <pc:docMk/>
            <pc:sldMk cId="2811473390" sldId="272"/>
            <ac:spMk id="23" creationId="{68AA5323-CD70-440C-A3B5-7CBAA163A281}"/>
          </ac:spMkLst>
        </pc:spChg>
        <pc:spChg chg="add del mod">
          <ac:chgData name="Стёпа Лещенко" userId="020492763fd35c9f" providerId="LiveId" clId="{B31872D8-FA84-48BD-B984-9C0CB465A972}" dt="2026-08-17T14:22:43.434" v="285" actId="478"/>
          <ac:spMkLst>
            <pc:docMk/>
            <pc:sldMk cId="2811473390" sldId="272"/>
            <ac:spMk id="24" creationId="{C7A57181-5D6B-4C50-9902-D1307BB3636C}"/>
          </ac:spMkLst>
        </pc:spChg>
        <pc:spChg chg="add del mod">
          <ac:chgData name="Стёпа Лещенко" userId="020492763fd35c9f" providerId="LiveId" clId="{B31872D8-FA84-48BD-B984-9C0CB465A972}" dt="2026-08-17T14:22:40.964" v="283" actId="478"/>
          <ac:spMkLst>
            <pc:docMk/>
            <pc:sldMk cId="2811473390" sldId="272"/>
            <ac:spMk id="25" creationId="{F570A7F1-80DC-4967-B4B1-6A5D98AB5AFD}"/>
          </ac:spMkLst>
        </pc:spChg>
        <pc:spChg chg="add del mod">
          <ac:chgData name="Стёпа Лещенко" userId="020492763fd35c9f" providerId="LiveId" clId="{B31872D8-FA84-48BD-B984-9C0CB465A972}" dt="2026-08-17T14:22:42.439" v="284" actId="478"/>
          <ac:spMkLst>
            <pc:docMk/>
            <pc:sldMk cId="2811473390" sldId="272"/>
            <ac:spMk id="26" creationId="{049B321B-456A-43B2-8A8A-A29B1F830246}"/>
          </ac:spMkLst>
        </pc:spChg>
        <pc:spChg chg="add del mod">
          <ac:chgData name="Стёпа Лещенко" userId="020492763fd35c9f" providerId="LiveId" clId="{B31872D8-FA84-48BD-B984-9C0CB465A972}" dt="2026-08-17T14:23:28.240" v="305" actId="478"/>
          <ac:spMkLst>
            <pc:docMk/>
            <pc:sldMk cId="2811473390" sldId="272"/>
            <ac:spMk id="27" creationId="{434757A4-1521-434F-B978-327261122423}"/>
          </ac:spMkLst>
        </pc:spChg>
        <pc:spChg chg="add del mod">
          <ac:chgData name="Стёпа Лещенко" userId="020492763fd35c9f" providerId="LiveId" clId="{B31872D8-FA84-48BD-B984-9C0CB465A972}" dt="2026-08-17T14:23:28.240" v="305" actId="478"/>
          <ac:spMkLst>
            <pc:docMk/>
            <pc:sldMk cId="2811473390" sldId="272"/>
            <ac:spMk id="28" creationId="{4EBD0787-79F4-49A2-8613-4757CEFBDEE6}"/>
          </ac:spMkLst>
        </pc:spChg>
        <pc:spChg chg="add del mod">
          <ac:chgData name="Стёпа Лещенко" userId="020492763fd35c9f" providerId="LiveId" clId="{B31872D8-FA84-48BD-B984-9C0CB465A972}" dt="2026-08-17T14:23:28.240" v="305" actId="478"/>
          <ac:spMkLst>
            <pc:docMk/>
            <pc:sldMk cId="2811473390" sldId="272"/>
            <ac:spMk id="29" creationId="{2E91C028-B77D-4F5E-B4C3-5F98AE70B876}"/>
          </ac:spMkLst>
        </pc:spChg>
        <pc:spChg chg="add del mod">
          <ac:chgData name="Стёпа Лещенко" userId="020492763fd35c9f" providerId="LiveId" clId="{B31872D8-FA84-48BD-B984-9C0CB465A972}" dt="2026-08-17T14:23:26.771" v="304" actId="478"/>
          <ac:spMkLst>
            <pc:docMk/>
            <pc:sldMk cId="2811473390" sldId="272"/>
            <ac:spMk id="30" creationId="{29E2FD35-6AF5-42A6-A2A4-C769235D25EC}"/>
          </ac:spMkLst>
        </pc:spChg>
        <pc:spChg chg="del">
          <ac:chgData name="Стёпа Лещенко" userId="020492763fd35c9f" providerId="LiveId" clId="{B31872D8-FA84-48BD-B984-9C0CB465A972}" dt="2026-08-17T14:21:55.007" v="265" actId="478"/>
          <ac:spMkLst>
            <pc:docMk/>
            <pc:sldMk cId="2811473390" sldId="272"/>
            <ac:spMk id="31" creationId="{53CEDB73-C96E-4847-A3DA-F95BD0C1F9D7}"/>
          </ac:spMkLst>
        </pc:spChg>
        <pc:spChg chg="add del mod">
          <ac:chgData name="Стёпа Лещенко" userId="020492763fd35c9f" providerId="LiveId" clId="{B31872D8-FA84-48BD-B984-9C0CB465A972}" dt="2026-08-17T14:23:24.998" v="302" actId="478"/>
          <ac:spMkLst>
            <pc:docMk/>
            <pc:sldMk cId="2811473390" sldId="272"/>
            <ac:spMk id="32" creationId="{5FB5181E-F6CC-4D2D-AC67-701458E3B524}"/>
          </ac:spMkLst>
        </pc:spChg>
        <pc:spChg chg="del">
          <ac:chgData name="Стёпа Лещенко" userId="020492763fd35c9f" providerId="LiveId" clId="{B31872D8-FA84-48BD-B984-9C0CB465A972}" dt="2026-08-17T14:21:57.714" v="267" actId="478"/>
          <ac:spMkLst>
            <pc:docMk/>
            <pc:sldMk cId="2811473390" sldId="272"/>
            <ac:spMk id="33" creationId="{9A3DBA4A-DE74-0221-16F2-56E80282547F}"/>
          </ac:spMkLst>
        </pc:spChg>
        <pc:spChg chg="add del">
          <ac:chgData name="Стёпа Лещенко" userId="020492763fd35c9f" providerId="LiveId" clId="{B31872D8-FA84-48BD-B984-9C0CB465A972}" dt="2026-08-17T14:25:17.703" v="362" actId="478"/>
          <ac:spMkLst>
            <pc:docMk/>
            <pc:sldMk cId="2811473390" sldId="272"/>
            <ac:spMk id="34" creationId="{B2864893-A064-47BC-BE3B-4661E4456A3B}"/>
          </ac:spMkLst>
        </pc:spChg>
        <pc:spChg chg="add del mod">
          <ac:chgData name="Стёпа Лещенко" userId="020492763fd35c9f" providerId="LiveId" clId="{B31872D8-FA84-48BD-B984-9C0CB465A972}" dt="2026-08-17T14:25:18.461" v="365" actId="478"/>
          <ac:spMkLst>
            <pc:docMk/>
            <pc:sldMk cId="2811473390" sldId="272"/>
            <ac:spMk id="35" creationId="{70A9F2C7-4F86-4139-AD1E-7C1D0B825AF9}"/>
          </ac:spMkLst>
        </pc:spChg>
        <pc:spChg chg="del mod">
          <ac:chgData name="Стёпа Лещенко" userId="020492763fd35c9f" providerId="LiveId" clId="{B31872D8-FA84-48BD-B984-9C0CB465A972}" dt="2026-08-17T14:22:45.570" v="287" actId="478"/>
          <ac:spMkLst>
            <pc:docMk/>
            <pc:sldMk cId="2811473390" sldId="272"/>
            <ac:spMk id="36" creationId="{A2FA3B75-8F95-4E85-A862-DB56685D2CE9}"/>
          </ac:spMkLst>
        </pc:spChg>
        <pc:spChg chg="add del mod">
          <ac:chgData name="Стёпа Лещенко" userId="020492763fd35c9f" providerId="LiveId" clId="{B31872D8-FA84-48BD-B984-9C0CB465A972}" dt="2026-08-17T14:25:18.133" v="364" actId="478"/>
          <ac:spMkLst>
            <pc:docMk/>
            <pc:sldMk cId="2811473390" sldId="272"/>
            <ac:spMk id="37" creationId="{468254BA-3526-4D50-963E-65B0AB202387}"/>
          </ac:spMkLst>
        </pc:spChg>
        <pc:spChg chg="add del">
          <ac:chgData name="Стёпа Лещенко" userId="020492763fd35c9f" providerId="LiveId" clId="{B31872D8-FA84-48BD-B984-9C0CB465A972}" dt="2026-08-17T14:25:21.875" v="367" actId="478"/>
          <ac:spMkLst>
            <pc:docMk/>
            <pc:sldMk cId="2811473390" sldId="272"/>
            <ac:spMk id="38" creationId="{8BE4C8C7-7AE3-4F26-AB99-40CE925C1058}"/>
          </ac:spMkLst>
        </pc:spChg>
        <pc:spChg chg="add mod ord">
          <ac:chgData name="Стёпа Лещенко" userId="020492763fd35c9f" providerId="LiveId" clId="{B31872D8-FA84-48BD-B984-9C0CB465A972}" dt="2026-08-17T14:25:45.142" v="373" actId="14100"/>
          <ac:spMkLst>
            <pc:docMk/>
            <pc:sldMk cId="2811473390" sldId="272"/>
            <ac:spMk id="39" creationId="{53D5C8B7-B757-4BDA-97E4-64E0605ACBD3}"/>
          </ac:spMkLst>
        </pc:spChg>
        <pc:spChg chg="add del mod">
          <ac:chgData name="Стёпа Лещенко" userId="020492763fd35c9f" providerId="LiveId" clId="{B31872D8-FA84-48BD-B984-9C0CB465A972}" dt="2026-08-17T14:34:34.193" v="406" actId="478"/>
          <ac:spMkLst>
            <pc:docMk/>
            <pc:sldMk cId="2811473390" sldId="272"/>
            <ac:spMk id="40" creationId="{3A0E3847-12B0-4FCD-82A0-117681CD9377}"/>
          </ac:spMkLst>
        </pc:spChg>
        <pc:spChg chg="add del mod">
          <ac:chgData name="Стёпа Лещенко" userId="020492763fd35c9f" providerId="LiveId" clId="{B31872D8-FA84-48BD-B984-9C0CB465A972}" dt="2026-08-17T14:34:35.061" v="407" actId="478"/>
          <ac:spMkLst>
            <pc:docMk/>
            <pc:sldMk cId="2811473390" sldId="272"/>
            <ac:spMk id="41" creationId="{608B5C95-11C6-4576-B865-A911B1403DF4}"/>
          </ac:spMkLst>
        </pc:spChg>
        <pc:spChg chg="add">
          <ac:chgData name="Стёпа Лещенко" userId="020492763fd35c9f" providerId="LiveId" clId="{B31872D8-FA84-48BD-B984-9C0CB465A972}" dt="2026-08-17T14:34:50.453" v="411"/>
          <ac:spMkLst>
            <pc:docMk/>
            <pc:sldMk cId="2811473390" sldId="272"/>
            <ac:spMk id="42" creationId="{444262F3-7465-4B56-8049-6B2A28AE8308}"/>
          </ac:spMkLst>
        </pc:spChg>
        <pc:spChg chg="add">
          <ac:chgData name="Стёпа Лещенко" userId="020492763fd35c9f" providerId="LiveId" clId="{B31872D8-FA84-48BD-B984-9C0CB465A972}" dt="2026-08-17T14:34:50.453" v="411"/>
          <ac:spMkLst>
            <pc:docMk/>
            <pc:sldMk cId="2811473390" sldId="272"/>
            <ac:spMk id="43" creationId="{021339EA-5095-4E07-A04A-AF362C82875A}"/>
          </ac:spMkLst>
        </pc:spChg>
        <pc:spChg chg="add">
          <ac:chgData name="Стёпа Лещенко" userId="020492763fd35c9f" providerId="LiveId" clId="{B31872D8-FA84-48BD-B984-9C0CB465A972}" dt="2026-08-17T14:34:50.453" v="411"/>
          <ac:spMkLst>
            <pc:docMk/>
            <pc:sldMk cId="2811473390" sldId="272"/>
            <ac:spMk id="44" creationId="{FDB56842-7AA6-4575-A2DA-BCA05DCB6FBB}"/>
          </ac:spMkLst>
        </pc:spChg>
        <pc:spChg chg="add">
          <ac:chgData name="Стёпа Лещенко" userId="020492763fd35c9f" providerId="LiveId" clId="{B31872D8-FA84-48BD-B984-9C0CB465A972}" dt="2026-08-17T14:40:28.362" v="481"/>
          <ac:spMkLst>
            <pc:docMk/>
            <pc:sldMk cId="2811473390" sldId="272"/>
            <ac:spMk id="46" creationId="{2FA47E6B-449D-43D4-947A-510EDCDBC1B6}"/>
          </ac:spMkLst>
        </pc:spChg>
        <pc:graphicFrameChg chg="add del mod ord">
          <ac:chgData name="Стёпа Лещенко" userId="020492763fd35c9f" providerId="LiveId" clId="{B31872D8-FA84-48BD-B984-9C0CB465A972}" dt="2026-08-17T14:25:17.203" v="361" actId="478"/>
          <ac:graphicFrameMkLst>
            <pc:docMk/>
            <pc:sldMk cId="2811473390" sldId="272"/>
            <ac:graphicFrameMk id="4" creationId="{E8321A92-AFC3-4DC7-B55A-CFE3EA3BD277}"/>
          </ac:graphicFrameMkLst>
        </pc:graphicFrameChg>
        <pc:graphicFrameChg chg="add mod">
          <ac:chgData name="Стёпа Лещенко" userId="020492763fd35c9f" providerId="LiveId" clId="{B31872D8-FA84-48BD-B984-9C0CB465A972}" dt="2026-08-17T14:35:08.812" v="417"/>
          <ac:graphicFrameMkLst>
            <pc:docMk/>
            <pc:sldMk cId="2811473390" sldId="272"/>
            <ac:graphicFrameMk id="45" creationId="{5D8AFCA1-D2F1-4DF8-A7EF-0A3DA123CFE8}"/>
          </ac:graphicFrameMkLst>
        </pc:graphicFrameChg>
        <pc:picChg chg="del">
          <ac:chgData name="Стёпа Лещенко" userId="020492763fd35c9f" providerId="LiveId" clId="{B31872D8-FA84-48BD-B984-9C0CB465A972}" dt="2026-08-17T14:22:49.633" v="289" actId="478"/>
          <ac:picMkLst>
            <pc:docMk/>
            <pc:sldMk cId="2811473390" sldId="272"/>
            <ac:picMk id="7" creationId="{00000000-0000-0000-0000-000000000000}"/>
          </ac:picMkLst>
        </pc:picChg>
      </pc:sldChg>
      <pc:sldChg chg="del ord">
        <pc:chgData name="Стёпа Лещенко" userId="020492763fd35c9f" providerId="LiveId" clId="{B31872D8-FA84-48BD-B984-9C0CB465A972}" dt="2026-08-17T14:38:20.542" v="465" actId="47"/>
        <pc:sldMkLst>
          <pc:docMk/>
          <pc:sldMk cId="3903528953" sldId="276"/>
        </pc:sldMkLst>
      </pc:sldChg>
      <pc:sldChg chg="addSp delSp modSp mod setBg">
        <pc:chgData name="Стёпа Лещенко" userId="020492763fd35c9f" providerId="LiveId" clId="{B31872D8-FA84-48BD-B984-9C0CB465A972}" dt="2026-08-17T14:55:30.064" v="926" actId="20577"/>
        <pc:sldMkLst>
          <pc:docMk/>
          <pc:sldMk cId="2919213822" sldId="277"/>
        </pc:sldMkLst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3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5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6" creationId="{00000000-0000-0000-0000-000000000000}"/>
          </ac:spMkLst>
        </pc:spChg>
        <pc:spChg chg="mod">
          <ac:chgData name="Стёпа Лещенко" userId="020492763fd35c9f" providerId="LiveId" clId="{B31872D8-FA84-48BD-B984-9C0CB465A972}" dt="2026-08-17T14:37:00.037" v="438" actId="14100"/>
          <ac:spMkLst>
            <pc:docMk/>
            <pc:sldMk cId="2919213822" sldId="277"/>
            <ac:spMk id="8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10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22:02.447" v="270" actId="478"/>
          <ac:spMkLst>
            <pc:docMk/>
            <pc:sldMk cId="2919213822" sldId="277"/>
            <ac:spMk id="11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12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13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14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15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16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17" creationId="{216E912A-869F-5B8C-A559-B217B895285E}"/>
          </ac:spMkLst>
        </pc:spChg>
        <pc:spChg chg="del mod">
          <ac:chgData name="Стёпа Лещенко" userId="020492763fd35c9f" providerId="LiveId" clId="{B31872D8-FA84-48BD-B984-9C0CB465A972}" dt="2026-08-17T14:18:08.052" v="26" actId="478"/>
          <ac:spMkLst>
            <pc:docMk/>
            <pc:sldMk cId="2919213822" sldId="277"/>
            <ac:spMk id="18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19" creationId="{00000000-0000-0000-0000-000000000000}"/>
          </ac:spMkLst>
        </pc:spChg>
        <pc:spChg chg="add mod">
          <ac:chgData name="Стёпа Лещенко" userId="020492763fd35c9f" providerId="LiveId" clId="{B31872D8-FA84-48BD-B984-9C0CB465A972}" dt="2026-08-17T14:38:06.107" v="452"/>
          <ac:spMkLst>
            <pc:docMk/>
            <pc:sldMk cId="2919213822" sldId="277"/>
            <ac:spMk id="20" creationId="{0078685C-A3F6-424A-A5F5-C512E64020B7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1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2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3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4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5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6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7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8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29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30" creationId="{B4205C6D-64C3-CE9D-8C0A-7BC5A29AA9DF}"/>
          </ac:spMkLst>
        </pc:spChg>
        <pc:spChg chg="del">
          <ac:chgData name="Стёпа Лещенко" userId="020492763fd35c9f" providerId="LiveId" clId="{B31872D8-FA84-48BD-B984-9C0CB465A972}" dt="2026-08-17T14:18:19.794" v="32" actId="478"/>
          <ac:spMkLst>
            <pc:docMk/>
            <pc:sldMk cId="2919213822" sldId="277"/>
            <ac:spMk id="31" creationId="{9E544B21-4545-46EE-B4D8-22D17670B3F8}"/>
          </ac:spMkLst>
        </pc:spChg>
        <pc:spChg chg="add del mod">
          <ac:chgData name="Стёпа Лещенко" userId="020492763fd35c9f" providerId="LiveId" clId="{B31872D8-FA84-48BD-B984-9C0CB465A972}" dt="2026-08-17T14:36:36.588" v="428" actId="478"/>
          <ac:spMkLst>
            <pc:docMk/>
            <pc:sldMk cId="2919213822" sldId="277"/>
            <ac:spMk id="32" creationId="{9AC21669-0AFB-4B2A-9BCF-971AB40411FA}"/>
          </ac:spMkLst>
        </pc:spChg>
        <pc:spChg chg="del">
          <ac:chgData name="Стёпа Лещенко" userId="020492763fd35c9f" providerId="LiveId" clId="{B31872D8-FA84-48BD-B984-9C0CB465A972}" dt="2026-08-17T14:18:16.903" v="30" actId="478"/>
          <ac:spMkLst>
            <pc:docMk/>
            <pc:sldMk cId="2919213822" sldId="277"/>
            <ac:spMk id="34" creationId="{87C706BB-E535-4D61-9ACF-BB27CCF9E0D6}"/>
          </ac:spMkLst>
        </pc:spChg>
        <pc:spChg chg="mod">
          <ac:chgData name="Стёпа Лещенко" userId="020492763fd35c9f" providerId="LiveId" clId="{B31872D8-FA84-48BD-B984-9C0CB465A972}" dt="2026-08-17T14:48:15.432" v="748" actId="207"/>
          <ac:spMkLst>
            <pc:docMk/>
            <pc:sldMk cId="2919213822" sldId="277"/>
            <ac:spMk id="35" creationId="{CE7536FB-08A6-4714-B601-446AA881411B}"/>
          </ac:spMkLst>
        </pc:spChg>
        <pc:spChg chg="del">
          <ac:chgData name="Стёпа Лещенко" userId="020492763fd35c9f" providerId="LiveId" clId="{B31872D8-FA84-48BD-B984-9C0CB465A972}" dt="2026-08-17T14:18:15.759" v="29" actId="478"/>
          <ac:spMkLst>
            <pc:docMk/>
            <pc:sldMk cId="2919213822" sldId="277"/>
            <ac:spMk id="36" creationId="{F2DD1C2B-A379-4902-B9C9-1C59A5A76A23}"/>
          </ac:spMkLst>
        </pc:spChg>
        <pc:spChg chg="del">
          <ac:chgData name="Стёпа Лещенко" userId="020492763fd35c9f" providerId="LiveId" clId="{B31872D8-FA84-48BD-B984-9C0CB465A972}" dt="2026-08-17T14:18:18.645" v="31" actId="478"/>
          <ac:spMkLst>
            <pc:docMk/>
            <pc:sldMk cId="2919213822" sldId="277"/>
            <ac:spMk id="37" creationId="{931ACD89-DB69-471F-8FC3-22DF6137DC56}"/>
          </ac:spMkLst>
        </pc:spChg>
        <pc:spChg chg="add del mod">
          <ac:chgData name="Стёпа Лещенко" userId="020492763fd35c9f" providerId="LiveId" clId="{B31872D8-FA84-48BD-B984-9C0CB465A972}" dt="2026-08-17T14:35:42.557" v="423"/>
          <ac:spMkLst>
            <pc:docMk/>
            <pc:sldMk cId="2919213822" sldId="277"/>
            <ac:spMk id="38" creationId="{4798100D-3B11-4B57-AA8F-99FD2C4DDAE1}"/>
          </ac:spMkLst>
        </pc:spChg>
        <pc:spChg chg="del">
          <ac:chgData name="Стёпа Лещенко" userId="020492763fd35c9f" providerId="LiveId" clId="{B31872D8-FA84-48BD-B984-9C0CB465A972}" dt="2026-08-17T14:18:04.661" v="22" actId="478"/>
          <ac:spMkLst>
            <pc:docMk/>
            <pc:sldMk cId="2919213822" sldId="277"/>
            <ac:spMk id="39" creationId="{00000000-0000-0000-0000-000000000000}"/>
          </ac:spMkLst>
        </pc:spChg>
        <pc:spChg chg="del">
          <ac:chgData name="Стёпа Лещенко" userId="020492763fd35c9f" providerId="LiveId" clId="{B31872D8-FA84-48BD-B984-9C0CB465A972}" dt="2026-08-17T14:18:02.991" v="21" actId="478"/>
          <ac:spMkLst>
            <pc:docMk/>
            <pc:sldMk cId="2919213822" sldId="277"/>
            <ac:spMk id="40" creationId="{00000000-0000-0000-0000-000000000000}"/>
          </ac:spMkLst>
        </pc:spChg>
        <pc:spChg chg="add del mod">
          <ac:chgData name="Стёпа Лещенко" userId="020492763fd35c9f" providerId="LiveId" clId="{B31872D8-FA84-48BD-B984-9C0CB465A972}" dt="2026-08-17T14:36:39.855" v="432" actId="478"/>
          <ac:spMkLst>
            <pc:docMk/>
            <pc:sldMk cId="2919213822" sldId="277"/>
            <ac:spMk id="41" creationId="{8FB73B02-EB0E-4C36-AFD8-9BD1F92C3535}"/>
          </ac:spMkLst>
        </pc:spChg>
        <pc:spChg chg="add del mod">
          <ac:chgData name="Стёпа Лещенко" userId="020492763fd35c9f" providerId="LiveId" clId="{B31872D8-FA84-48BD-B984-9C0CB465A972}" dt="2026-08-17T14:36:38.544" v="431" actId="478"/>
          <ac:spMkLst>
            <pc:docMk/>
            <pc:sldMk cId="2919213822" sldId="277"/>
            <ac:spMk id="42" creationId="{15DA9E3C-0234-4BD4-9641-4863E68635B0}"/>
          </ac:spMkLst>
        </pc:spChg>
        <pc:spChg chg="add del mod">
          <ac:chgData name="Стёпа Лещенко" userId="020492763fd35c9f" providerId="LiveId" clId="{B31872D8-FA84-48BD-B984-9C0CB465A972}" dt="2026-08-17T14:36:37.176" v="429" actId="478"/>
          <ac:spMkLst>
            <pc:docMk/>
            <pc:sldMk cId="2919213822" sldId="277"/>
            <ac:spMk id="43" creationId="{6C54B5E0-3735-4492-B5ED-E796CD2E791B}"/>
          </ac:spMkLst>
        </pc:spChg>
        <pc:spChg chg="add del">
          <ac:chgData name="Стёпа Лещенко" userId="020492763fd35c9f" providerId="LiveId" clId="{B31872D8-FA84-48BD-B984-9C0CB465A972}" dt="2026-08-17T14:18:49.484" v="50" actId="478"/>
          <ac:spMkLst>
            <pc:docMk/>
            <pc:sldMk cId="2919213822" sldId="277"/>
            <ac:spMk id="44" creationId="{CE00BA4C-BC5A-43E8-A872-6CA0E36603DF}"/>
          </ac:spMkLst>
        </pc:spChg>
        <pc:spChg chg="add del">
          <ac:chgData name="Стёпа Лещенко" userId="020492763fd35c9f" providerId="LiveId" clId="{B31872D8-FA84-48BD-B984-9C0CB465A972}" dt="2026-08-17T14:18:49.077" v="49" actId="478"/>
          <ac:spMkLst>
            <pc:docMk/>
            <pc:sldMk cId="2919213822" sldId="277"/>
            <ac:spMk id="45" creationId="{256F8B32-AA21-4011-8FEE-7836A1E2F354}"/>
          </ac:spMkLst>
        </pc:spChg>
        <pc:spChg chg="add del mod">
          <ac:chgData name="Стёпа Лещенко" userId="020492763fd35c9f" providerId="LiveId" clId="{B31872D8-FA84-48BD-B984-9C0CB465A972}" dt="2026-08-17T14:18:48.498" v="48" actId="478"/>
          <ac:spMkLst>
            <pc:docMk/>
            <pc:sldMk cId="2919213822" sldId="277"/>
            <ac:spMk id="46" creationId="{7380AD18-E00B-427B-9A4D-2FDBD8D27452}"/>
          </ac:spMkLst>
        </pc:spChg>
        <pc:spChg chg="add mod">
          <ac:chgData name="Стёпа Лещенко" userId="020492763fd35c9f" providerId="LiveId" clId="{B31872D8-FA84-48BD-B984-9C0CB465A972}" dt="2026-08-17T14:49:36.603" v="751" actId="207"/>
          <ac:spMkLst>
            <pc:docMk/>
            <pc:sldMk cId="2919213822" sldId="277"/>
            <ac:spMk id="47" creationId="{819B0E73-A02C-4F65-B512-E59A8207A67E}"/>
          </ac:spMkLst>
        </pc:spChg>
        <pc:spChg chg="add del mod">
          <ac:chgData name="Стёпа Лещенко" userId="020492763fd35c9f" providerId="LiveId" clId="{B31872D8-FA84-48BD-B984-9C0CB465A972}" dt="2026-08-17T14:35:42.557" v="423"/>
          <ac:spMkLst>
            <pc:docMk/>
            <pc:sldMk cId="2919213822" sldId="277"/>
            <ac:spMk id="48" creationId="{6C1524F0-D5AE-4F1B-B158-98FEE5422425}"/>
          </ac:spMkLst>
        </pc:spChg>
        <pc:spChg chg="add mod">
          <ac:chgData name="Стёпа Лещенко" userId="020492763fd35c9f" providerId="LiveId" clId="{B31872D8-FA84-48BD-B984-9C0CB465A972}" dt="2026-08-17T14:49:51.769" v="752"/>
          <ac:spMkLst>
            <pc:docMk/>
            <pc:sldMk cId="2919213822" sldId="277"/>
            <ac:spMk id="49" creationId="{7E54A8D9-6632-44C0-9287-47CD407D4DC3}"/>
          </ac:spMkLst>
        </pc:spChg>
        <pc:spChg chg="add mod">
          <ac:chgData name="Стёпа Лещенко" userId="020492763fd35c9f" providerId="LiveId" clId="{B31872D8-FA84-48BD-B984-9C0CB465A972}" dt="2026-08-17T14:50:36.842" v="759" actId="1076"/>
          <ac:spMkLst>
            <pc:docMk/>
            <pc:sldMk cId="2919213822" sldId="277"/>
            <ac:spMk id="50" creationId="{9590EA44-5DCD-4046-A05C-E8586802DF64}"/>
          </ac:spMkLst>
        </pc:spChg>
        <pc:spChg chg="add mod">
          <ac:chgData name="Стёпа Лещенко" userId="020492763fd35c9f" providerId="LiveId" clId="{B31872D8-FA84-48BD-B984-9C0CB465A972}" dt="2026-08-17T14:40:20.794" v="478" actId="13822"/>
          <ac:spMkLst>
            <pc:docMk/>
            <pc:sldMk cId="2919213822" sldId="277"/>
            <ac:spMk id="51" creationId="{10F8E4FA-DAF3-45CE-B2E8-463F4034CB2D}"/>
          </ac:spMkLst>
        </pc:spChg>
        <pc:spChg chg="add mod">
          <ac:chgData name="Стёпа Лещенко" userId="020492763fd35c9f" providerId="LiveId" clId="{B31872D8-FA84-48BD-B984-9C0CB465A972}" dt="2026-08-17T14:50:31.230" v="758" actId="13822"/>
          <ac:spMkLst>
            <pc:docMk/>
            <pc:sldMk cId="2919213822" sldId="277"/>
            <ac:spMk id="52" creationId="{63BAAD2D-9963-4446-B958-6019976DE6A2}"/>
          </ac:spMkLst>
        </pc:spChg>
        <pc:spChg chg="add mod">
          <ac:chgData name="Стёпа Лещенко" userId="020492763fd35c9f" providerId="LiveId" clId="{B31872D8-FA84-48BD-B984-9C0CB465A972}" dt="2026-08-17T14:50:58.651" v="801" actId="20577"/>
          <ac:spMkLst>
            <pc:docMk/>
            <pc:sldMk cId="2919213822" sldId="277"/>
            <ac:spMk id="53" creationId="{6208B16D-AC67-4649-A3FC-9834E9DBD22A}"/>
          </ac:spMkLst>
        </pc:spChg>
        <pc:spChg chg="add mod">
          <ac:chgData name="Стёпа Лещенко" userId="020492763fd35c9f" providerId="LiveId" clId="{B31872D8-FA84-48BD-B984-9C0CB465A972}" dt="2026-08-17T14:55:09.459" v="915" actId="20577"/>
          <ac:spMkLst>
            <pc:docMk/>
            <pc:sldMk cId="2919213822" sldId="277"/>
            <ac:spMk id="54" creationId="{55242CC8-1FAB-4D52-9A97-E4430FD89E98}"/>
          </ac:spMkLst>
        </pc:spChg>
        <pc:spChg chg="add del mod">
          <ac:chgData name="Стёпа Лещенко" userId="020492763fd35c9f" providerId="LiveId" clId="{B31872D8-FA84-48BD-B984-9C0CB465A972}" dt="2026-08-17T14:55:02.619" v="898" actId="478"/>
          <ac:spMkLst>
            <pc:docMk/>
            <pc:sldMk cId="2919213822" sldId="277"/>
            <ac:spMk id="55" creationId="{6F5C73E7-FCD3-4D0C-BC3E-93AF7A5A2FBE}"/>
          </ac:spMkLst>
        </pc:spChg>
        <pc:spChg chg="add mod">
          <ac:chgData name="Стёпа Лещенко" userId="020492763fd35c9f" providerId="LiveId" clId="{B31872D8-FA84-48BD-B984-9C0CB465A972}" dt="2026-08-17T14:55:30.064" v="926" actId="20577"/>
          <ac:spMkLst>
            <pc:docMk/>
            <pc:sldMk cId="2919213822" sldId="277"/>
            <ac:spMk id="56" creationId="{1B280B19-29CE-470F-AE2A-373B3DA69154}"/>
          </ac:spMkLst>
        </pc:spChg>
        <pc:graphicFrameChg chg="del mod">
          <ac:chgData name="Стёпа Лещенко" userId="020492763fd35c9f" providerId="LiveId" clId="{B31872D8-FA84-48BD-B984-9C0CB465A972}" dt="2026-08-17T14:18:06.770" v="24" actId="478"/>
          <ac:graphicFrameMkLst>
            <pc:docMk/>
            <pc:sldMk cId="2919213822" sldId="277"/>
            <ac:graphicFrameMk id="4" creationId="{00000000-0000-0000-0000-000000000000}"/>
          </ac:graphicFrameMkLst>
        </pc:graphicFrameChg>
        <pc:picChg chg="del">
          <ac:chgData name="Стёпа Лещенко" userId="020492763fd35c9f" providerId="LiveId" clId="{B31872D8-FA84-48BD-B984-9C0CB465A972}" dt="2026-08-17T14:18:05.860" v="23" actId="478"/>
          <ac:picMkLst>
            <pc:docMk/>
            <pc:sldMk cId="2919213822" sldId="277"/>
            <ac:picMk id="7" creationId="{00000000-0000-0000-0000-000000000000}"/>
          </ac:picMkLst>
        </pc:picChg>
      </pc:sldChg>
      <pc:sldChg chg="addSp delSp modSp add mod ord setBg">
        <pc:chgData name="Стёпа Лещенко" userId="020492763fd35c9f" providerId="LiveId" clId="{B31872D8-FA84-48BD-B984-9C0CB465A972}" dt="2026-08-17T14:45:32.366" v="690" actId="1076"/>
        <pc:sldMkLst>
          <pc:docMk/>
          <pc:sldMk cId="1427185352" sldId="278"/>
        </pc:sldMkLst>
        <pc:spChg chg="del">
          <ac:chgData name="Стёпа Лещенко" userId="020492763fd35c9f" providerId="LiveId" clId="{B31872D8-FA84-48BD-B984-9C0CB465A972}" dt="2026-08-17T14:34:38.090" v="408" actId="478"/>
          <ac:spMkLst>
            <pc:docMk/>
            <pc:sldMk cId="1427185352" sldId="278"/>
            <ac:spMk id="5" creationId="{2D205CEF-A0A4-44F2-9D78-2E26285C2039}"/>
          </ac:spMkLst>
        </pc:spChg>
        <pc:spChg chg="add">
          <ac:chgData name="Стёпа Лещенко" userId="020492763fd35c9f" providerId="LiveId" clId="{B31872D8-FA84-48BD-B984-9C0CB465A972}" dt="2026-08-17T14:34:51.626" v="412"/>
          <ac:spMkLst>
            <pc:docMk/>
            <pc:sldMk cId="1427185352" sldId="278"/>
            <ac:spMk id="8" creationId="{2DF3ED5C-898E-4B58-8208-40C1C011BE61}"/>
          </ac:spMkLst>
        </pc:spChg>
        <pc:spChg chg="add">
          <ac:chgData name="Стёпа Лещенко" userId="020492763fd35c9f" providerId="LiveId" clId="{B31872D8-FA84-48BD-B984-9C0CB465A972}" dt="2026-08-17T14:34:51.626" v="412"/>
          <ac:spMkLst>
            <pc:docMk/>
            <pc:sldMk cId="1427185352" sldId="278"/>
            <ac:spMk id="9" creationId="{4D6C9EBC-7B21-44F9-9EE4-506B8B4B78D4}"/>
          </ac:spMkLst>
        </pc:spChg>
        <pc:spChg chg="add">
          <ac:chgData name="Стёпа Лещенко" userId="020492763fd35c9f" providerId="LiveId" clId="{B31872D8-FA84-48BD-B984-9C0CB465A972}" dt="2026-08-17T14:34:51.626" v="412"/>
          <ac:spMkLst>
            <pc:docMk/>
            <pc:sldMk cId="1427185352" sldId="278"/>
            <ac:spMk id="10" creationId="{21CC4155-3B5A-4C02-B6E1-9AC079B975C7}"/>
          </ac:spMkLst>
        </pc:spChg>
        <pc:spChg chg="add">
          <ac:chgData name="Стёпа Лещенко" userId="020492763fd35c9f" providerId="LiveId" clId="{B31872D8-FA84-48BD-B984-9C0CB465A972}" dt="2026-08-17T14:40:27.413" v="480"/>
          <ac:spMkLst>
            <pc:docMk/>
            <pc:sldMk cId="1427185352" sldId="278"/>
            <ac:spMk id="12" creationId="{90CCBD2E-794E-47A2-BD30-D22167B25CE8}"/>
          </ac:spMkLst>
        </pc:spChg>
        <pc:spChg chg="del">
          <ac:chgData name="Стёпа Лещенко" userId="020492763fd35c9f" providerId="LiveId" clId="{B31872D8-FA84-48BD-B984-9C0CB465A972}" dt="2026-08-17T14:34:38.957" v="409" actId="478"/>
          <ac:spMkLst>
            <pc:docMk/>
            <pc:sldMk cId="1427185352" sldId="278"/>
            <ac:spMk id="40" creationId="{3A0E3847-12B0-4FCD-82A0-117681CD9377}"/>
          </ac:spMkLst>
        </pc:spChg>
        <pc:spChg chg="del">
          <ac:chgData name="Стёпа Лещенко" userId="020492763fd35c9f" providerId="LiveId" clId="{B31872D8-FA84-48BD-B984-9C0CB465A972}" dt="2026-08-17T14:34:39.865" v="410" actId="478"/>
          <ac:spMkLst>
            <pc:docMk/>
            <pc:sldMk cId="1427185352" sldId="278"/>
            <ac:spMk id="41" creationId="{608B5C95-11C6-4576-B865-A911B1403DF4}"/>
          </ac:spMkLst>
        </pc:spChg>
        <pc:graphicFrameChg chg="add mod">
          <ac:chgData name="Стёпа Лещенко" userId="020492763fd35c9f" providerId="LiveId" clId="{B31872D8-FA84-48BD-B984-9C0CB465A972}" dt="2026-08-17T14:45:32.366" v="690" actId="1076"/>
          <ac:graphicFrameMkLst>
            <pc:docMk/>
            <pc:sldMk cId="1427185352" sldId="278"/>
            <ac:graphicFrameMk id="3" creationId="{E18408D7-794D-4179-8F2F-79B945EA9DCF}"/>
          </ac:graphicFrameMkLst>
        </pc:graphicFrameChg>
      </pc:sldChg>
      <pc:sldChg chg="add del mod">
        <pc:chgData name="Стёпа Лещенко" userId="020492763fd35c9f" providerId="LiveId" clId="{B31872D8-FA84-48BD-B984-9C0CB465A972}" dt="2026-08-17T14:25:28.080" v="369" actId="2696"/>
        <pc:sldMkLst>
          <pc:docMk/>
          <pc:sldMk cId="1598079307" sldId="278"/>
        </pc:sldMkLst>
      </pc:sldChg>
      <pc:sldChg chg="del">
        <pc:chgData name="Стёпа Лещенко" userId="020492763fd35c9f" providerId="LiveId" clId="{B31872D8-FA84-48BD-B984-9C0CB465A972}" dt="2026-08-17T14:17:13.823" v="18" actId="47"/>
        <pc:sldMkLst>
          <pc:docMk/>
          <pc:sldMk cId="2255054501" sldId="279"/>
        </pc:sldMkLst>
      </pc:sldChg>
      <pc:sldChg chg="addSp modSp add ord">
        <pc:chgData name="Стёпа Лещенко" userId="020492763fd35c9f" providerId="LiveId" clId="{B31872D8-FA84-48BD-B984-9C0CB465A972}" dt="2026-08-17T14:40:29.830" v="482"/>
        <pc:sldMkLst>
          <pc:docMk/>
          <pc:sldMk cId="4205544018" sldId="279"/>
        </pc:sldMkLst>
        <pc:spChg chg="add">
          <ac:chgData name="Стёпа Лещенко" userId="020492763fd35c9f" providerId="LiveId" clId="{B31872D8-FA84-48BD-B984-9C0CB465A972}" dt="2026-08-17T14:40:29.830" v="482"/>
          <ac:spMkLst>
            <pc:docMk/>
            <pc:sldMk cId="4205544018" sldId="279"/>
            <ac:spMk id="9" creationId="{EA5692D4-763F-4746-B757-814C89866935}"/>
          </ac:spMkLst>
        </pc:spChg>
        <pc:graphicFrameChg chg="add mod">
          <ac:chgData name="Стёпа Лещенко" userId="020492763fd35c9f" providerId="LiveId" clId="{B31872D8-FA84-48BD-B984-9C0CB465A972}" dt="2026-08-17T14:35:11.434" v="419"/>
          <ac:graphicFrameMkLst>
            <pc:docMk/>
            <pc:sldMk cId="4205544018" sldId="279"/>
            <ac:graphicFrameMk id="8" creationId="{0F830DF5-02D9-4A77-9669-BA1FBCBE262C}"/>
          </ac:graphicFrameMkLst>
        </pc:graphicFrameChg>
      </pc:sldChg>
      <pc:sldChg chg="addSp delSp modSp add mod setBg">
        <pc:chgData name="Стёпа Лещенко" userId="020492763fd35c9f" providerId="LiveId" clId="{B31872D8-FA84-48BD-B984-9C0CB465A972}" dt="2026-08-17T14:47:39.840" v="744" actId="1076"/>
        <pc:sldMkLst>
          <pc:docMk/>
          <pc:sldMk cId="810389861" sldId="280"/>
        </pc:sldMkLst>
        <pc:spChg chg="del">
          <ac:chgData name="Стёпа Лещенко" userId="020492763fd35c9f" providerId="LiveId" clId="{B31872D8-FA84-48BD-B984-9C0CB465A972}" dt="2026-08-17T14:39:39.619" v="476" actId="478"/>
          <ac:spMkLst>
            <pc:docMk/>
            <pc:sldMk cId="810389861" sldId="280"/>
            <ac:spMk id="8" creationId="{2DF3ED5C-898E-4B58-8208-40C1C011BE61}"/>
          </ac:spMkLst>
        </pc:spChg>
        <pc:spChg chg="del">
          <ac:chgData name="Стёпа Лещенко" userId="020492763fd35c9f" providerId="LiveId" clId="{B31872D8-FA84-48BD-B984-9C0CB465A972}" dt="2026-08-17T14:39:37.403" v="475" actId="478"/>
          <ac:spMkLst>
            <pc:docMk/>
            <pc:sldMk cId="810389861" sldId="280"/>
            <ac:spMk id="9" creationId="{4D6C9EBC-7B21-44F9-9EE4-506B8B4B78D4}"/>
          </ac:spMkLst>
        </pc:spChg>
        <pc:spChg chg="del">
          <ac:chgData name="Стёпа Лещенко" userId="020492763fd35c9f" providerId="LiveId" clId="{B31872D8-FA84-48BD-B984-9C0CB465A972}" dt="2026-08-17T14:39:36.453" v="474" actId="478"/>
          <ac:spMkLst>
            <pc:docMk/>
            <pc:sldMk cId="810389861" sldId="280"/>
            <ac:spMk id="10" creationId="{21CC4155-3B5A-4C02-B6E1-9AC079B975C7}"/>
          </ac:spMkLst>
        </pc:spChg>
        <pc:spChg chg="add">
          <ac:chgData name="Стёпа Лещенко" userId="020492763fd35c9f" providerId="LiveId" clId="{B31872D8-FA84-48BD-B984-9C0CB465A972}" dt="2026-08-17T14:40:23.325" v="479"/>
          <ac:spMkLst>
            <pc:docMk/>
            <pc:sldMk cId="810389861" sldId="280"/>
            <ac:spMk id="11" creationId="{7192CB82-20B2-479F-BE53-F217014640DA}"/>
          </ac:spMkLst>
        </pc:spChg>
        <pc:spChg chg="mod">
          <ac:chgData name="Стёпа Лещенко" userId="020492763fd35c9f" providerId="LiveId" clId="{B31872D8-FA84-48BD-B984-9C0CB465A972}" dt="2026-08-17T14:40:36.804" v="488" actId="20577"/>
          <ac:spMkLst>
            <pc:docMk/>
            <pc:sldMk cId="810389861" sldId="280"/>
            <ac:spMk id="13" creationId="{00000000-0000-0000-0000-000000000000}"/>
          </ac:spMkLst>
        </pc:spChg>
        <pc:graphicFrameChg chg="del mod">
          <ac:chgData name="Стёпа Лещенко" userId="020492763fd35c9f" providerId="LiveId" clId="{B31872D8-FA84-48BD-B984-9C0CB465A972}" dt="2026-08-17T14:42:40.991" v="540" actId="478"/>
          <ac:graphicFrameMkLst>
            <pc:docMk/>
            <pc:sldMk cId="810389861" sldId="280"/>
            <ac:graphicFrameMk id="3" creationId="{E18408D7-794D-4179-8F2F-79B945EA9DCF}"/>
          </ac:graphicFrameMkLst>
        </pc:graphicFrameChg>
        <pc:graphicFrameChg chg="add mod">
          <ac:chgData name="Стёпа Лещенко" userId="020492763fd35c9f" providerId="LiveId" clId="{B31872D8-FA84-48BD-B984-9C0CB465A972}" dt="2026-08-17T14:41:44.182" v="490"/>
          <ac:graphicFrameMkLst>
            <pc:docMk/>
            <pc:sldMk cId="810389861" sldId="280"/>
            <ac:graphicFrameMk id="4" creationId="{2E0EE3FC-64B1-46C7-B33A-B87FBC2B2D61}"/>
          </ac:graphicFrameMkLst>
        </pc:graphicFrameChg>
        <pc:graphicFrameChg chg="add mod">
          <ac:chgData name="Стёпа Лещенко" userId="020492763fd35c9f" providerId="LiveId" clId="{B31872D8-FA84-48BD-B984-9C0CB465A972}" dt="2026-08-17T14:41:49.551" v="493" actId="1076"/>
          <ac:graphicFrameMkLst>
            <pc:docMk/>
            <pc:sldMk cId="810389861" sldId="280"/>
            <ac:graphicFrameMk id="12" creationId="{F945A29A-5608-467F-982C-26680056655F}"/>
          </ac:graphicFrameMkLst>
        </pc:graphicFrameChg>
        <pc:graphicFrameChg chg="add mod">
          <ac:chgData name="Стёпа Лещенко" userId="020492763fd35c9f" providerId="LiveId" clId="{B31872D8-FA84-48BD-B984-9C0CB465A972}" dt="2026-08-17T14:41:54.356" v="496" actId="1076"/>
          <ac:graphicFrameMkLst>
            <pc:docMk/>
            <pc:sldMk cId="810389861" sldId="280"/>
            <ac:graphicFrameMk id="14" creationId="{C3DA702D-277B-44AF-83DE-65BCCA05800C}"/>
          </ac:graphicFrameMkLst>
        </pc:graphicFrameChg>
        <pc:graphicFrameChg chg="add mod">
          <ac:chgData name="Стёпа Лещенко" userId="020492763fd35c9f" providerId="LiveId" clId="{B31872D8-FA84-48BD-B984-9C0CB465A972}" dt="2026-08-17T14:41:57.283" v="499" actId="1076"/>
          <ac:graphicFrameMkLst>
            <pc:docMk/>
            <pc:sldMk cId="810389861" sldId="280"/>
            <ac:graphicFrameMk id="15" creationId="{B5F7D9D5-DC92-4616-909D-3C3CF09F3AF5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01.449" v="502" actId="1076"/>
          <ac:graphicFrameMkLst>
            <pc:docMk/>
            <pc:sldMk cId="810389861" sldId="280"/>
            <ac:graphicFrameMk id="16" creationId="{B4D912D4-EF21-46F8-BA64-A4B414AFB875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16.861" v="515" actId="1076"/>
          <ac:graphicFrameMkLst>
            <pc:docMk/>
            <pc:sldMk cId="810389861" sldId="280"/>
            <ac:graphicFrameMk id="17" creationId="{A5BCEA8C-E479-48C5-A118-E851E9D06089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59.651" v="557" actId="1076"/>
          <ac:graphicFrameMkLst>
            <pc:docMk/>
            <pc:sldMk cId="810389861" sldId="280"/>
            <ac:graphicFrameMk id="18" creationId="{0DDE3B37-7C91-4DCC-9374-3DA7415AE09C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19.004" v="517" actId="1076"/>
          <ac:graphicFrameMkLst>
            <pc:docMk/>
            <pc:sldMk cId="810389861" sldId="280"/>
            <ac:graphicFrameMk id="19" creationId="{3447A3BE-5C2D-4F8D-939C-D87795672799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20.324" v="518" actId="1076"/>
          <ac:graphicFrameMkLst>
            <pc:docMk/>
            <pc:sldMk cId="810389861" sldId="280"/>
            <ac:graphicFrameMk id="20" creationId="{E7ED325C-86E3-40F9-BBBC-DB8CF833D27B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23.288" v="521" actId="1076"/>
          <ac:graphicFrameMkLst>
            <pc:docMk/>
            <pc:sldMk cId="810389861" sldId="280"/>
            <ac:graphicFrameMk id="21" creationId="{91B3BD41-8DE6-4C54-8133-BF00F8FC0FFF}"/>
          </ac:graphicFrameMkLst>
        </pc:graphicFrameChg>
        <pc:graphicFrameChg chg="add mod">
          <ac:chgData name="Стёпа Лещенко" userId="020492763fd35c9f" providerId="LiveId" clId="{B31872D8-FA84-48BD-B984-9C0CB465A972}" dt="2026-08-17T14:43:15.363" v="571" actId="1076"/>
          <ac:graphicFrameMkLst>
            <pc:docMk/>
            <pc:sldMk cId="810389861" sldId="280"/>
            <ac:graphicFrameMk id="22" creationId="{899911A9-8F17-4624-8180-893954D0A35B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35.527" v="537" actId="1076"/>
          <ac:graphicFrameMkLst>
            <pc:docMk/>
            <pc:sldMk cId="810389861" sldId="280"/>
            <ac:graphicFrameMk id="23" creationId="{47A75C1D-0437-4071-9FDB-44010AF7F487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52.258" v="548" actId="1076"/>
          <ac:graphicFrameMkLst>
            <pc:docMk/>
            <pc:sldMk cId="810389861" sldId="280"/>
            <ac:graphicFrameMk id="24" creationId="{1A13DB80-2E11-45F0-B0B8-67AB4F386BDE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49.392" v="546" actId="1076"/>
          <ac:graphicFrameMkLst>
            <pc:docMk/>
            <pc:sldMk cId="810389861" sldId="280"/>
            <ac:graphicFrameMk id="25" creationId="{D8C40BA2-2789-45EB-8FEA-24510B6B0AA3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47.322" v="545" actId="1076"/>
          <ac:graphicFrameMkLst>
            <pc:docMk/>
            <pc:sldMk cId="810389861" sldId="280"/>
            <ac:graphicFrameMk id="26" creationId="{89A76427-B1B6-4531-9E60-82168CE47347}"/>
          </ac:graphicFrameMkLst>
        </pc:graphicFrameChg>
        <pc:graphicFrameChg chg="add mod">
          <ac:chgData name="Стёпа Лещенко" userId="020492763fd35c9f" providerId="LiveId" clId="{B31872D8-FA84-48BD-B984-9C0CB465A972}" dt="2026-08-17T14:43:03.150" v="558" actId="1076"/>
          <ac:graphicFrameMkLst>
            <pc:docMk/>
            <pc:sldMk cId="810389861" sldId="280"/>
            <ac:graphicFrameMk id="27" creationId="{945A5186-EDA0-4580-9F0C-0FD5148AF082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57.916" v="556" actId="1076"/>
          <ac:graphicFrameMkLst>
            <pc:docMk/>
            <pc:sldMk cId="810389861" sldId="280"/>
            <ac:graphicFrameMk id="28" creationId="{5961827D-95CB-45A7-8810-36C9DAAF52FA}"/>
          </ac:graphicFrameMkLst>
        </pc:graphicFrameChg>
        <pc:graphicFrameChg chg="add mod">
          <ac:chgData name="Стёпа Лещенко" userId="020492763fd35c9f" providerId="LiveId" clId="{B31872D8-FA84-48BD-B984-9C0CB465A972}" dt="2026-08-17T14:42:55.342" v="555" actId="1076"/>
          <ac:graphicFrameMkLst>
            <pc:docMk/>
            <pc:sldMk cId="810389861" sldId="280"/>
            <ac:graphicFrameMk id="29" creationId="{A0C49B8B-0C87-40E8-8737-8F7B15BD84A8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13.693" v="737" actId="1076"/>
          <ac:graphicFrameMkLst>
            <pc:docMk/>
            <pc:sldMk cId="810389861" sldId="280"/>
            <ac:graphicFrameMk id="30" creationId="{F5457BA1-2291-4336-8A69-1E82A66060F5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22.398" v="738" actId="1076"/>
          <ac:graphicFrameMkLst>
            <pc:docMk/>
            <pc:sldMk cId="810389861" sldId="280"/>
            <ac:graphicFrameMk id="31" creationId="{D7D9A83C-BC4D-4F58-AA6A-5179B727004F}"/>
          </ac:graphicFrameMkLst>
        </pc:graphicFrameChg>
        <pc:graphicFrameChg chg="add mod">
          <ac:chgData name="Стёпа Лещенко" userId="020492763fd35c9f" providerId="LiveId" clId="{B31872D8-FA84-48BD-B984-9C0CB465A972}" dt="2026-08-17T14:43:12.166" v="568" actId="1076"/>
          <ac:graphicFrameMkLst>
            <pc:docMk/>
            <pc:sldMk cId="810389861" sldId="280"/>
            <ac:graphicFrameMk id="32" creationId="{CCC05076-09B1-47BD-A674-C921BFC8C548}"/>
          </ac:graphicFrameMkLst>
        </pc:graphicFrameChg>
        <pc:graphicFrameChg chg="add mod">
          <ac:chgData name="Стёпа Лещенко" userId="020492763fd35c9f" providerId="LiveId" clId="{B31872D8-FA84-48BD-B984-9C0CB465A972}" dt="2026-08-17T14:43:09.385" v="567" actId="1076"/>
          <ac:graphicFrameMkLst>
            <pc:docMk/>
            <pc:sldMk cId="810389861" sldId="280"/>
            <ac:graphicFrameMk id="33" creationId="{48110C54-8D79-4F65-BD51-5FC125BCC8A1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34" creationId="{5A08DA6A-4168-4DD3-90C5-1094B2BA7D88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35" creationId="{6A415C0A-7E6D-437A-A4C7-CD3AE232FA5C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36" creationId="{582C7265-5301-455B-93EA-FE88EC2D214F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28.426" v="741" actId="1076"/>
          <ac:graphicFrameMkLst>
            <pc:docMk/>
            <pc:sldMk cId="810389861" sldId="280"/>
            <ac:graphicFrameMk id="37" creationId="{63D7051B-80CA-4DD0-ABE0-E95E74677F02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38" creationId="{3C279D6E-1F46-40D0-8256-2C8FCD3AEB0A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0" creationId="{8B5BF56D-AF40-436D-974F-03D16A00AA47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1" creationId="{7B9984F9-CAE2-4F7A-BA83-899E2DBD7B1A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2" creationId="{E39FD435-6FAC-417B-87C9-5B98DED56B04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3" creationId="{9F1E5B95-5AAE-4523-8BEC-0333D85543ED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26.149" v="739" actId="1076"/>
          <ac:graphicFrameMkLst>
            <pc:docMk/>
            <pc:sldMk cId="810389861" sldId="280"/>
            <ac:graphicFrameMk id="44" creationId="{FA8D8DB9-3E71-4B53-A933-6FE61C04B5A8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5" creationId="{9FA6D0DD-9181-410B-884A-FF7FFABF790C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6" creationId="{2F9BDF41-3929-4313-B89F-537F97815CCC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7" creationId="{38D757AC-3AD7-4BCF-841B-0BEF59713107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8" creationId="{32229A48-9BB0-4B0D-8A8C-5FD86E537EF8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49" creationId="{2761426A-0A45-4BD7-A454-B98DADB50C24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0" creationId="{8FA31A91-C003-4EA4-9041-2A58222A62D6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09.069" v="735" actId="1076"/>
          <ac:graphicFrameMkLst>
            <pc:docMk/>
            <pc:sldMk cId="810389861" sldId="280"/>
            <ac:graphicFrameMk id="51" creationId="{6EE7B84B-1FCB-4531-8660-12A0DD04340C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2" creationId="{A8479981-E909-414B-BBBD-2C7331738F20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27.234" v="740" actId="1076"/>
          <ac:graphicFrameMkLst>
            <pc:docMk/>
            <pc:sldMk cId="810389861" sldId="280"/>
            <ac:graphicFrameMk id="53" creationId="{F8C1FFB7-F320-43F5-A847-3C5B54991984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4" creationId="{484D7160-8C9E-4D7F-BFA7-CD06C021BBEA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5" creationId="{415020F9-ADA6-4D42-A3E5-9F7368D77F2A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6" creationId="{9873D634-8EA5-41E7-8457-EBA11AD742E2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7.883" v="743" actId="1076"/>
          <ac:graphicFrameMkLst>
            <pc:docMk/>
            <pc:sldMk cId="810389861" sldId="280"/>
            <ac:graphicFrameMk id="57" creationId="{0469B20A-A151-4DBF-8E07-69F12AB652DF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8" creationId="{BE3C69A5-C66A-46B7-A46B-93FF0AE94832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59" creationId="{5C67C191-269D-4CEF-812E-E8A18F233A08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60" creationId="{9F47ADEE-4D92-41C9-82F3-1E137132DE92}"/>
          </ac:graphicFrameMkLst>
        </pc:graphicFrameChg>
        <pc:graphicFrameChg chg="add mod">
          <ac:chgData name="Стёпа Лещенко" userId="020492763fd35c9f" providerId="LiveId" clId="{B31872D8-FA84-48BD-B984-9C0CB465A972}" dt="2026-08-17T14:46:36.457" v="723"/>
          <ac:graphicFrameMkLst>
            <pc:docMk/>
            <pc:sldMk cId="810389861" sldId="280"/>
            <ac:graphicFrameMk id="61" creationId="{2D9896FD-DD4A-479C-8D59-EC7170A2F456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6.028" v="742" actId="1076"/>
          <ac:graphicFrameMkLst>
            <pc:docMk/>
            <pc:sldMk cId="810389861" sldId="280"/>
            <ac:graphicFrameMk id="62" creationId="{6F7C8CA0-C109-4C4B-AC77-FAED3FE5CD6F}"/>
          </ac:graphicFrameMkLst>
        </pc:graphicFrameChg>
        <pc:graphicFrameChg chg="add mod">
          <ac:chgData name="Стёпа Лещенко" userId="020492763fd35c9f" providerId="LiveId" clId="{B31872D8-FA84-48BD-B984-9C0CB465A972}" dt="2026-08-17T14:47:39.840" v="744" actId="1076"/>
          <ac:graphicFrameMkLst>
            <pc:docMk/>
            <pc:sldMk cId="810389861" sldId="280"/>
            <ac:graphicFrameMk id="63" creationId="{96B04B66-BACA-4FF7-94F9-59DEEAC21A2F}"/>
          </ac:graphicFrameMkLst>
        </pc:graphicFrameChg>
      </pc:sldChg>
      <pc:sldChg chg="delSp modSp add mod ord setBg">
        <pc:chgData name="Стёпа Лещенко" userId="020492763fd35c9f" providerId="LiveId" clId="{B31872D8-FA84-48BD-B984-9C0CB465A972}" dt="2026-08-17T15:11:25.634" v="991"/>
        <pc:sldMkLst>
          <pc:docMk/>
          <pc:sldMk cId="2719354377" sldId="281"/>
        </pc:sldMkLst>
        <pc:spChg chg="mod">
          <ac:chgData name="Стёпа Лещенко" userId="020492763fd35c9f" providerId="LiveId" clId="{B31872D8-FA84-48BD-B984-9C0CB465A972}" dt="2026-08-17T14:53:23.744" v="881" actId="20577"/>
          <ac:spMkLst>
            <pc:docMk/>
            <pc:sldMk cId="2719354377" sldId="281"/>
            <ac:spMk id="13" creationId="{00000000-0000-0000-0000-000000000000}"/>
          </ac:spMkLst>
        </pc:spChg>
        <pc:graphicFrameChg chg="mod">
          <ac:chgData name="Стёпа Лещенко" userId="020492763fd35c9f" providerId="LiveId" clId="{B31872D8-FA84-48BD-B984-9C0CB465A972}" dt="2026-08-17T15:11:25.634" v="991"/>
          <ac:graphicFrameMkLst>
            <pc:docMk/>
            <pc:sldMk cId="2719354377" sldId="281"/>
            <ac:graphicFrameMk id="4" creationId="{2E0EE3FC-64B1-46C7-B33A-B87FBC2B2D61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2" creationId="{F945A29A-5608-467F-982C-26680056655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4" creationId="{C3DA702D-277B-44AF-83DE-65BCCA05800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5" creationId="{B5F7D9D5-DC92-4616-909D-3C3CF09F3AF5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6" creationId="{B4D912D4-EF21-46F8-BA64-A4B414AFB875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7" creationId="{A5BCEA8C-E479-48C5-A118-E851E9D06089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8" creationId="{0DDE3B37-7C91-4DCC-9374-3DA7415AE09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19" creationId="{3447A3BE-5C2D-4F8D-939C-D87795672799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8.093" v="865" actId="478"/>
          <ac:graphicFrameMkLst>
            <pc:docMk/>
            <pc:sldMk cId="2719354377" sldId="281"/>
            <ac:graphicFrameMk id="20" creationId="{E7ED325C-86E3-40F9-BBBC-DB8CF833D27B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9.369" v="866" actId="478"/>
          <ac:graphicFrameMkLst>
            <pc:docMk/>
            <pc:sldMk cId="2719354377" sldId="281"/>
            <ac:graphicFrameMk id="21" creationId="{91B3BD41-8DE6-4C54-8133-BF00F8FC0FF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22" creationId="{899911A9-8F17-4624-8180-893954D0A35B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23" creationId="{47A75C1D-0437-4071-9FDB-44010AF7F487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4" creationId="{1A13DB80-2E11-45F0-B0B8-67AB4F386BDE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5" creationId="{D8C40BA2-2789-45EB-8FEA-24510B6B0AA3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6" creationId="{89A76427-B1B6-4531-9E60-82168CE47347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7" creationId="{945A5186-EDA0-4580-9F0C-0FD5148AF082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8" creationId="{5961827D-95CB-45A7-8810-36C9DAAF52FA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29" creationId="{A0C49B8B-0C87-40E8-8737-8F7B15BD84A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30" creationId="{F5457BA1-2291-4336-8A69-1E82A66060F5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31" creationId="{D7D9A83C-BC4D-4F58-AA6A-5179B727004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2" creationId="{CCC05076-09B1-47BD-A674-C921BFC8C54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3" creationId="{48110C54-8D79-4F65-BD51-5FC125BCC8A1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4" creationId="{5A08DA6A-4168-4DD3-90C5-1094B2BA7D8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5" creationId="{6A415C0A-7E6D-437A-A4C7-CD3AE232FA5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6" creationId="{582C7265-5301-455B-93EA-FE88EC2D214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37" creationId="{63D7051B-80CA-4DD0-ABE0-E95E74677F02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38" creationId="{3C279D6E-1F46-40D0-8256-2C8FCD3AEB0A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0" creationId="{8B5BF56D-AF40-436D-974F-03D16A00AA47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1" creationId="{7B9984F9-CAE2-4F7A-BA83-899E2DBD7B1A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2" creationId="{E39FD435-6FAC-417B-87C9-5B98DED56B04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3" creationId="{9F1E5B95-5AAE-4523-8BEC-0333D85543ED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44" creationId="{FA8D8DB9-3E71-4B53-A933-6FE61C04B5A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5" creationId="{9FA6D0DD-9181-410B-884A-FF7FFABF790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6" creationId="{2F9BDF41-3929-4313-B89F-537F97815CC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7" creationId="{38D757AC-3AD7-4BCF-841B-0BEF59713107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8" creationId="{32229A48-9BB0-4B0D-8A8C-5FD86E537EF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49" creationId="{2761426A-0A45-4BD7-A454-B98DADB50C24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0" creationId="{8FA31A91-C003-4EA4-9041-2A58222A62D6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51" creationId="{6EE7B84B-1FCB-4531-8660-12A0DD04340C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2" creationId="{A8479981-E909-414B-BBBD-2C7331738F20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53" creationId="{F8C1FFB7-F320-43F5-A847-3C5B54991984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4" creationId="{484D7160-8C9E-4D7F-BFA7-CD06C021BBEA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5" creationId="{415020F9-ADA6-4D42-A3E5-9F7368D77F2A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6" creationId="{9873D634-8EA5-41E7-8457-EBA11AD742E2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7" creationId="{0469B20A-A151-4DBF-8E07-69F12AB652D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8" creationId="{BE3C69A5-C66A-46B7-A46B-93FF0AE94832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59" creationId="{5C67C191-269D-4CEF-812E-E8A18F233A08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60" creationId="{9F47ADEE-4D92-41C9-82F3-1E137132DE92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5.999" v="864" actId="478"/>
          <ac:graphicFrameMkLst>
            <pc:docMk/>
            <pc:sldMk cId="2719354377" sldId="281"/>
            <ac:graphicFrameMk id="61" creationId="{2D9896FD-DD4A-479C-8D59-EC7170A2F456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62" creationId="{6F7C8CA0-C109-4C4B-AC77-FAED3FE5CD6F}"/>
          </ac:graphicFrameMkLst>
        </pc:graphicFrameChg>
        <pc:graphicFrameChg chg="del mod">
          <ac:chgData name="Стёпа Лещенко" userId="020492763fd35c9f" providerId="LiveId" clId="{B31872D8-FA84-48BD-B984-9C0CB465A972}" dt="2026-08-17T14:52:23.437" v="863" actId="478"/>
          <ac:graphicFrameMkLst>
            <pc:docMk/>
            <pc:sldMk cId="2719354377" sldId="281"/>
            <ac:graphicFrameMk id="63" creationId="{96B04B66-BACA-4FF7-94F9-59DEEAC21A2F}"/>
          </ac:graphicFrameMkLst>
        </pc:graphicFrameChg>
      </pc:sldChg>
      <pc:sldChg chg="addSp delSp modSp add mod">
        <pc:chgData name="Стёпа Лещенко" userId="020492763fd35c9f" providerId="LiveId" clId="{B31872D8-FA84-48BD-B984-9C0CB465A972}" dt="2026-08-17T15:11:30.767" v="994" actId="207"/>
        <pc:sldMkLst>
          <pc:docMk/>
          <pc:sldMk cId="4265219179" sldId="282"/>
        </pc:sldMkLst>
        <pc:spChg chg="add mod">
          <ac:chgData name="Стёпа Лещенко" userId="020492763fd35c9f" providerId="LiveId" clId="{B31872D8-FA84-48BD-B984-9C0CB465A972}" dt="2026-08-17T15:11:30.767" v="994" actId="207"/>
          <ac:spMkLst>
            <pc:docMk/>
            <pc:sldMk cId="4265219179" sldId="282"/>
            <ac:spMk id="3" creationId="{17E0558D-6F5C-455C-8165-5EC252EAC5B4}"/>
          </ac:spMkLst>
        </pc:spChg>
        <pc:spChg chg="del mod">
          <ac:chgData name="Стёпа Лещенко" userId="020492763fd35c9f" providerId="LiveId" clId="{B31872D8-FA84-48BD-B984-9C0CB465A972}" dt="2026-08-17T14:55:39.983" v="932" actId="478"/>
          <ac:spMkLst>
            <pc:docMk/>
            <pc:sldMk cId="4265219179" sldId="282"/>
            <ac:spMk id="20" creationId="{0078685C-A3F6-424A-A5F5-C512E64020B7}"/>
          </ac:spMkLst>
        </pc:spChg>
        <pc:spChg chg="del">
          <ac:chgData name="Стёпа Лещенко" userId="020492763fd35c9f" providerId="LiveId" clId="{B31872D8-FA84-48BD-B984-9C0CB465A972}" dt="2026-08-17T14:55:38.191" v="928" actId="478"/>
          <ac:spMkLst>
            <pc:docMk/>
            <pc:sldMk cId="4265219179" sldId="282"/>
            <ac:spMk id="47" creationId="{819B0E73-A02C-4F65-B512-E59A8207A67E}"/>
          </ac:spMkLst>
        </pc:spChg>
        <pc:spChg chg="del">
          <ac:chgData name="Стёпа Лещенко" userId="020492763fd35c9f" providerId="LiveId" clId="{B31872D8-FA84-48BD-B984-9C0CB465A972}" dt="2026-08-17T14:55:39.339" v="930" actId="478"/>
          <ac:spMkLst>
            <pc:docMk/>
            <pc:sldMk cId="4265219179" sldId="282"/>
            <ac:spMk id="49" creationId="{7E54A8D9-6632-44C0-9287-47CD407D4DC3}"/>
          </ac:spMkLst>
        </pc:spChg>
        <pc:spChg chg="del">
          <ac:chgData name="Стёпа Лещенко" userId="020492763fd35c9f" providerId="LiveId" clId="{B31872D8-FA84-48BD-B984-9C0CB465A972}" dt="2026-08-17T14:55:38.191" v="928" actId="478"/>
          <ac:spMkLst>
            <pc:docMk/>
            <pc:sldMk cId="4265219179" sldId="282"/>
            <ac:spMk id="50" creationId="{9590EA44-5DCD-4046-A05C-E8586802DF64}"/>
          </ac:spMkLst>
        </pc:spChg>
        <pc:spChg chg="del">
          <ac:chgData name="Стёпа Лещенко" userId="020492763fd35c9f" providerId="LiveId" clId="{B31872D8-FA84-48BD-B984-9C0CB465A972}" dt="2026-08-17T14:55:39.022" v="929" actId="478"/>
          <ac:spMkLst>
            <pc:docMk/>
            <pc:sldMk cId="4265219179" sldId="282"/>
            <ac:spMk id="52" creationId="{63BAAD2D-9963-4446-B958-6019976DE6A2}"/>
          </ac:spMkLst>
        </pc:spChg>
        <pc:spChg chg="del">
          <ac:chgData name="Стёпа Лещенко" userId="020492763fd35c9f" providerId="LiveId" clId="{B31872D8-FA84-48BD-B984-9C0CB465A972}" dt="2026-08-17T14:55:38.191" v="928" actId="478"/>
          <ac:spMkLst>
            <pc:docMk/>
            <pc:sldMk cId="4265219179" sldId="282"/>
            <ac:spMk id="53" creationId="{6208B16D-AC67-4649-A3FC-9834E9DBD22A}"/>
          </ac:spMkLst>
        </pc:spChg>
        <pc:spChg chg="del">
          <ac:chgData name="Стёпа Лещенко" userId="020492763fd35c9f" providerId="LiveId" clId="{B31872D8-FA84-48BD-B984-9C0CB465A972}" dt="2026-08-17T14:55:38.191" v="928" actId="478"/>
          <ac:spMkLst>
            <pc:docMk/>
            <pc:sldMk cId="4265219179" sldId="282"/>
            <ac:spMk id="54" creationId="{55242CC8-1FAB-4D52-9A97-E4430FD89E98}"/>
          </ac:spMkLst>
        </pc:spChg>
        <pc:spChg chg="del">
          <ac:chgData name="Стёпа Лещенко" userId="020492763fd35c9f" providerId="LiveId" clId="{B31872D8-FA84-48BD-B984-9C0CB465A972}" dt="2026-08-17T14:55:38.191" v="928" actId="478"/>
          <ac:spMkLst>
            <pc:docMk/>
            <pc:sldMk cId="4265219179" sldId="282"/>
            <ac:spMk id="56" creationId="{1B280B19-29CE-470F-AE2A-373B3DA69154}"/>
          </ac:spMkLst>
        </pc:spChg>
      </pc:sldChg>
      <pc:sldMasterChg chg="setBg modSldLayout">
        <pc:chgData name="Стёпа Лещенко" userId="020492763fd35c9f" providerId="LiveId" clId="{B31872D8-FA84-48BD-B984-9C0CB465A972}" dt="2026-08-17T14:44:55.279" v="667"/>
        <pc:sldMasterMkLst>
          <pc:docMk/>
          <pc:sldMasterMk cId="331027999" sldId="2147483864"/>
        </pc:sldMasterMkLst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5138056" sldId="2147483865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2929161975" sldId="2147483866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4053646803" sldId="2147483867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045494324" sldId="2147483868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490585417" sldId="2147483869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355766023" sldId="2147483870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858890467" sldId="2147483871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2821729110" sldId="2147483872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442205680" sldId="2147483873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1388841495" sldId="2147483874"/>
          </pc:sldLayoutMkLst>
        </pc:sldLayoutChg>
        <pc:sldLayoutChg chg="setBg">
          <pc:chgData name="Стёпа Лещенко" userId="020492763fd35c9f" providerId="LiveId" clId="{B31872D8-FA84-48BD-B984-9C0CB465A972}" dt="2026-08-17T14:44:55.279" v="667"/>
          <pc:sldLayoutMkLst>
            <pc:docMk/>
            <pc:sldMasterMk cId="331027999" sldId="2147483864"/>
            <pc:sldLayoutMk cId="3402606626" sldId="2147483875"/>
          </pc:sldLayoutMkLst>
        </pc:sldLayoutChg>
      </pc:sldMasterChg>
    </pc:docChg>
  </pc:docChgLst>
  <pc:docChgLst>
    <pc:chgData name="Стёпа Лещенко" userId="020492763fd35c9f" providerId="LiveId" clId="{2BC85248-7616-4C39-9A5B-DDF712230668}"/>
    <pc:docChg chg="undo custSel modSld">
      <pc:chgData name="Стёпа Лещенко" userId="020492763fd35c9f" providerId="LiveId" clId="{2BC85248-7616-4C39-9A5B-DDF712230668}" dt="2026-07-23T05:20:32.259" v="262"/>
      <pc:docMkLst>
        <pc:docMk/>
      </pc:docMkLst>
      <pc:sldChg chg="modSp mod">
        <pc:chgData name="Стёпа Лещенко" userId="020492763fd35c9f" providerId="LiveId" clId="{2BC85248-7616-4C39-9A5B-DDF712230668}" dt="2026-07-23T05:13:27.434" v="204" actId="20577"/>
        <pc:sldMkLst>
          <pc:docMk/>
          <pc:sldMk cId="2221434620" sldId="258"/>
        </pc:sldMkLst>
        <pc:spChg chg="mod">
          <ac:chgData name="Стёпа Лещенко" userId="020492763fd35c9f" providerId="LiveId" clId="{2BC85248-7616-4C39-9A5B-DDF712230668}" dt="2026-07-23T04:31:30.037" v="147" actId="1076"/>
          <ac:spMkLst>
            <pc:docMk/>
            <pc:sldMk cId="2221434620" sldId="258"/>
            <ac:spMk id="2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3:27.434" v="204" actId="20577"/>
          <ac:spMkLst>
            <pc:docMk/>
            <pc:sldMk cId="2221434620" sldId="258"/>
            <ac:spMk id="5" creationId="{00000000-0000-0000-0000-000000000000}"/>
          </ac:spMkLst>
        </pc:spChg>
      </pc:sldChg>
      <pc:sldChg chg="modSp mod modTransition">
        <pc:chgData name="Стёпа Лещенко" userId="020492763fd35c9f" providerId="LiveId" clId="{2BC85248-7616-4C39-9A5B-DDF712230668}" dt="2026-07-23T05:20:03.860" v="257"/>
        <pc:sldMkLst>
          <pc:docMk/>
          <pc:sldMk cId="2462123498" sldId="268"/>
        </pc:sldMkLst>
        <pc:spChg chg="mod">
          <ac:chgData name="Стёпа Лещенко" userId="020492763fd35c9f" providerId="LiveId" clId="{2BC85248-7616-4C39-9A5B-DDF712230668}" dt="2026-07-23T04:34:31.957" v="148" actId="1076"/>
          <ac:spMkLst>
            <pc:docMk/>
            <pc:sldMk cId="2462123498" sldId="268"/>
            <ac:spMk id="8" creationId="{00000000-0000-0000-0000-000000000000}"/>
          </ac:spMkLst>
        </pc:spChg>
      </pc:sldChg>
      <pc:sldChg chg="modTransition">
        <pc:chgData name="Стёпа Лещенко" userId="020492763fd35c9f" providerId="LiveId" clId="{2BC85248-7616-4C39-9A5B-DDF712230668}" dt="2026-07-23T05:20:01.644" v="256"/>
        <pc:sldMkLst>
          <pc:docMk/>
          <pc:sldMk cId="3703540901" sldId="270"/>
        </pc:sldMkLst>
      </pc:sldChg>
      <pc:sldChg chg="modTransition">
        <pc:chgData name="Стёпа Лещенко" userId="020492763fd35c9f" providerId="LiveId" clId="{2BC85248-7616-4C39-9A5B-DDF712230668}" dt="2026-07-23T05:19:58.091" v="255"/>
        <pc:sldMkLst>
          <pc:docMk/>
          <pc:sldMk cId="1165274109" sldId="271"/>
        </pc:sldMkLst>
      </pc:sldChg>
      <pc:sldChg chg="modSp mod">
        <pc:chgData name="Стёпа Лещенко" userId="020492763fd35c9f" providerId="LiveId" clId="{2BC85248-7616-4C39-9A5B-DDF712230668}" dt="2026-07-23T04:31:23.896" v="142" actId="20577"/>
        <pc:sldMkLst>
          <pc:docMk/>
          <pc:sldMk cId="1992947133" sldId="274"/>
        </pc:sldMkLst>
        <pc:spChg chg="mod">
          <ac:chgData name="Стёпа Лещенко" userId="020492763fd35c9f" providerId="LiveId" clId="{2BC85248-7616-4C39-9A5B-DDF712230668}" dt="2026-07-23T04:31:23.896" v="142" actId="20577"/>
          <ac:spMkLst>
            <pc:docMk/>
            <pc:sldMk cId="1992947133" sldId="274"/>
            <ac:spMk id="3" creationId="{7F5745B4-6BAA-4056-8CA7-C706B21ADB0C}"/>
          </ac:spMkLst>
        </pc:spChg>
        <pc:spChg chg="mod">
          <ac:chgData name="Стёпа Лещенко" userId="020492763fd35c9f" providerId="LiveId" clId="{2BC85248-7616-4C39-9A5B-DDF712230668}" dt="2026-07-23T04:29:04.798" v="56" actId="20577"/>
          <ac:spMkLst>
            <pc:docMk/>
            <pc:sldMk cId="1992947133" sldId="274"/>
            <ac:spMk id="6" creationId="{A99D1565-979D-4D9A-9884-AB38A3FB058A}"/>
          </ac:spMkLst>
        </pc:spChg>
        <pc:spChg chg="mod">
          <ac:chgData name="Стёпа Лещенко" userId="020492763fd35c9f" providerId="LiveId" clId="{2BC85248-7616-4C39-9A5B-DDF712230668}" dt="2026-07-23T04:31:19.813" v="138" actId="20577"/>
          <ac:spMkLst>
            <pc:docMk/>
            <pc:sldMk cId="1992947133" sldId="274"/>
            <ac:spMk id="9" creationId="{C1E5ED9B-67C7-43B3-AF41-5B755AA61554}"/>
          </ac:spMkLst>
        </pc:spChg>
      </pc:sldChg>
      <pc:sldChg chg="modTransition">
        <pc:chgData name="Стёпа Лещенко" userId="020492763fd35c9f" providerId="LiveId" clId="{2BC85248-7616-4C39-9A5B-DDF712230668}" dt="2026-07-23T05:20:32.259" v="262"/>
        <pc:sldMkLst>
          <pc:docMk/>
          <pc:sldMk cId="3903528953" sldId="276"/>
        </pc:sldMkLst>
      </pc:sldChg>
      <pc:sldChg chg="addSp delSp modSp mod modTransition">
        <pc:chgData name="Стёпа Лещенко" userId="020492763fd35c9f" providerId="LiveId" clId="{2BC85248-7616-4C39-9A5B-DDF712230668}" dt="2026-07-23T05:19:13.543" v="253"/>
        <pc:sldMkLst>
          <pc:docMk/>
          <pc:sldMk cId="2919213822" sldId="277"/>
        </pc:sldMkLst>
        <pc:spChg chg="mod">
          <ac:chgData name="Стёпа Лещенко" userId="020492763fd35c9f" providerId="LiveId" clId="{2BC85248-7616-4C39-9A5B-DDF712230668}" dt="2026-07-23T05:15:35.742" v="219" actId="1076"/>
          <ac:spMkLst>
            <pc:docMk/>
            <pc:sldMk cId="2919213822" sldId="277"/>
            <ac:spMk id="3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75" v="220" actId="1076"/>
          <ac:spMkLst>
            <pc:docMk/>
            <pc:sldMk cId="2919213822" sldId="277"/>
            <ac:spMk id="5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7:59.077" v="246" actId="1076"/>
          <ac:spMkLst>
            <pc:docMk/>
            <pc:sldMk cId="2919213822" sldId="277"/>
            <ac:spMk id="8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7:01.641" v="233" actId="1076"/>
          <ac:spMkLst>
            <pc:docMk/>
            <pc:sldMk cId="2919213822" sldId="277"/>
            <ac:spMk id="9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7:17.050" v="236" actId="1076"/>
          <ac:spMkLst>
            <pc:docMk/>
            <pc:sldMk cId="2919213822" sldId="277"/>
            <ac:spMk id="11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76" v="221" actId="1076"/>
          <ac:spMkLst>
            <pc:docMk/>
            <pc:sldMk cId="2919213822" sldId="277"/>
            <ac:spMk id="12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15" creationId="{00000000-0000-0000-0000-000000000000}"/>
          </ac:spMkLst>
        </pc:spChg>
        <pc:spChg chg="add mod">
          <ac:chgData name="Стёпа Лещенко" userId="020492763fd35c9f" providerId="LiveId" clId="{2BC85248-7616-4C39-9A5B-DDF712230668}" dt="2026-07-23T05:15:37.280" v="224" actId="1076"/>
          <ac:spMkLst>
            <pc:docMk/>
            <pc:sldMk cId="2919213822" sldId="277"/>
            <ac:spMk id="17" creationId="{216E912A-869F-5B8C-A559-B217B895285E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19" creationId="{00000000-0000-0000-0000-000000000000}"/>
          </ac:spMkLst>
        </pc:spChg>
        <pc:spChg chg="del">
          <ac:chgData name="Стёпа Лещенко" userId="020492763fd35c9f" providerId="LiveId" clId="{2BC85248-7616-4C39-9A5B-DDF712230668}" dt="2026-07-23T05:11:40.288" v="149" actId="478"/>
          <ac:spMkLst>
            <pc:docMk/>
            <pc:sldMk cId="2919213822" sldId="277"/>
            <ac:spMk id="20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21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79" v="223" actId="1076"/>
          <ac:spMkLst>
            <pc:docMk/>
            <pc:sldMk cId="2919213822" sldId="277"/>
            <ac:spMk id="22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23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84" v="228" actId="1076"/>
          <ac:spMkLst>
            <pc:docMk/>
            <pc:sldMk cId="2919213822" sldId="277"/>
            <ac:spMk id="24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25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26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84" v="227" actId="1076"/>
          <ac:spMkLst>
            <pc:docMk/>
            <pc:sldMk cId="2919213822" sldId="277"/>
            <ac:spMk id="27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5:37.281" v="225" actId="1076"/>
          <ac:spMkLst>
            <pc:docMk/>
            <pc:sldMk cId="2919213822" sldId="277"/>
            <ac:spMk id="28" creationId="{00000000-0000-0000-0000-000000000000}"/>
          </ac:spMkLst>
        </pc:spChg>
        <pc:spChg chg="mod">
          <ac:chgData name="Стёпа Лещенко" userId="020492763fd35c9f" providerId="LiveId" clId="{2BC85248-7616-4C39-9A5B-DDF712230668}" dt="2026-07-23T05:14:56.026" v="208" actId="1076"/>
          <ac:spMkLst>
            <pc:docMk/>
            <pc:sldMk cId="2919213822" sldId="277"/>
            <ac:spMk id="29" creationId="{00000000-0000-0000-0000-000000000000}"/>
          </ac:spMkLst>
        </pc:spChg>
        <pc:spChg chg="add mod">
          <ac:chgData name="Стёпа Лещенко" userId="020492763fd35c9f" providerId="LiveId" clId="{2BC85248-7616-4C39-9A5B-DDF712230668}" dt="2026-07-23T05:15:37.277" v="222" actId="1076"/>
          <ac:spMkLst>
            <pc:docMk/>
            <pc:sldMk cId="2919213822" sldId="277"/>
            <ac:spMk id="30" creationId="{B4205C6D-64C3-CE9D-8C0A-7BC5A29AA9DF}"/>
          </ac:spMkLst>
        </pc:spChg>
        <pc:spChg chg="mod">
          <ac:chgData name="Стёпа Лещенко" userId="020492763fd35c9f" providerId="LiveId" clId="{2BC85248-7616-4C39-9A5B-DDF712230668}" dt="2026-07-23T05:17:48.161" v="243" actId="1076"/>
          <ac:spMkLst>
            <pc:docMk/>
            <pc:sldMk cId="2919213822" sldId="277"/>
            <ac:spMk id="34" creationId="{87C706BB-E535-4D61-9ACF-BB27CCF9E0D6}"/>
          </ac:spMkLst>
        </pc:spChg>
        <pc:spChg chg="mod">
          <ac:chgData name="Стёпа Лещенко" userId="020492763fd35c9f" providerId="LiveId" clId="{2BC85248-7616-4C39-9A5B-DDF712230668}" dt="2026-07-23T05:17:50.497" v="244" actId="1076"/>
          <ac:spMkLst>
            <pc:docMk/>
            <pc:sldMk cId="2919213822" sldId="277"/>
            <ac:spMk id="36" creationId="{F2DD1C2B-A379-4902-B9C9-1C59A5A76A23}"/>
          </ac:spMkLst>
        </pc:spChg>
        <pc:spChg chg="mod">
          <ac:chgData name="Стёпа Лещенко" userId="020492763fd35c9f" providerId="LiveId" clId="{2BC85248-7616-4C39-9A5B-DDF712230668}" dt="2026-07-23T05:17:45.849" v="242" actId="1076"/>
          <ac:spMkLst>
            <pc:docMk/>
            <pc:sldMk cId="2919213822" sldId="277"/>
            <ac:spMk id="38" creationId="{51438FFC-C6B0-489C-8A6E-ED95F727634B}"/>
          </ac:spMkLst>
        </pc:spChg>
      </pc:sldChg>
      <pc:sldChg chg="modTransition">
        <pc:chgData name="Стёпа Лещенко" userId="020492763fd35c9f" providerId="LiveId" clId="{2BC85248-7616-4C39-9A5B-DDF712230668}" dt="2026-07-23T05:20:07.459" v="258"/>
        <pc:sldMkLst>
          <pc:docMk/>
          <pc:sldMk cId="2255054501" sldId="279"/>
        </pc:sldMkLst>
      </pc:sldChg>
    </pc:docChg>
  </pc:docChgLst>
  <pc:docChgLst>
    <pc:chgData name="Стёпа Лещенко" userId="020492763fd35c9f" providerId="LiveId" clId="{1D64CB88-A10C-42BC-BC9A-579C22ECC4FC}"/>
    <pc:docChg chg="custSel modSld">
      <pc:chgData name="Стёпа Лещенко" userId="020492763fd35c9f" providerId="LiveId" clId="{1D64CB88-A10C-42BC-BC9A-579C22ECC4FC}" dt="2026-08-16T14:28:34.915" v="44" actId="27636"/>
      <pc:docMkLst>
        <pc:docMk/>
      </pc:docMkLst>
      <pc:sldChg chg="modSp mod">
        <pc:chgData name="Стёпа Лещенко" userId="020492763fd35c9f" providerId="LiveId" clId="{1D64CB88-A10C-42BC-BC9A-579C22ECC4FC}" dt="2026-08-16T14:18:50.811" v="17" actId="14100"/>
        <pc:sldMkLst>
          <pc:docMk/>
          <pc:sldMk cId="2221434620" sldId="258"/>
        </pc:sldMkLst>
        <pc:spChg chg="mod">
          <ac:chgData name="Стёпа Лещенко" userId="020492763fd35c9f" providerId="LiveId" clId="{1D64CB88-A10C-42BC-BC9A-579C22ECC4FC}" dt="2026-08-16T14:18:50.811" v="17" actId="14100"/>
          <ac:spMkLst>
            <pc:docMk/>
            <pc:sldMk cId="2221434620" sldId="258"/>
            <ac:spMk id="2" creationId="{00000000-0000-0000-0000-000000000000}"/>
          </ac:spMkLst>
        </pc:spChg>
      </pc:sldChg>
      <pc:sldChg chg="modSp mod addCm">
        <pc:chgData name="Стёпа Лещенко" userId="020492763fd35c9f" providerId="LiveId" clId="{1D64CB88-A10C-42BC-BC9A-579C22ECC4FC}" dt="2026-08-16T14:28:34.915" v="44" actId="27636"/>
        <pc:sldMkLst>
          <pc:docMk/>
          <pc:sldMk cId="390715722" sldId="261"/>
        </pc:sldMkLst>
        <pc:spChg chg="mod">
          <ac:chgData name="Стёпа Лещенко" userId="020492763fd35c9f" providerId="LiveId" clId="{1D64CB88-A10C-42BC-BC9A-579C22ECC4FC}" dt="2026-08-16T14:28:34.915" v="44" actId="27636"/>
          <ac:spMkLst>
            <pc:docMk/>
            <pc:sldMk cId="390715722" sldId="261"/>
            <ac:spMk id="3" creationId="{00000000-0000-0000-0000-000000000000}"/>
          </ac:spMkLst>
        </pc:spChg>
      </pc:sldChg>
      <pc:sldChg chg="delSp modSp mod">
        <pc:chgData name="Стёпа Лещенко" userId="020492763fd35c9f" providerId="LiveId" clId="{1D64CB88-A10C-42BC-BC9A-579C22ECC4FC}" dt="2026-08-16T14:28:34.871" v="43"/>
        <pc:sldMkLst>
          <pc:docMk/>
          <pc:sldMk cId="2919213822" sldId="277"/>
        </pc:sldMkLst>
        <pc:spChg chg="mod">
          <ac:chgData name="Стёпа Лещенко" userId="020492763fd35c9f" providerId="LiveId" clId="{1D64CB88-A10C-42BC-BC9A-579C22ECC4FC}" dt="2026-08-16T14:26:19.736" v="37" actId="1076"/>
          <ac:spMkLst>
            <pc:docMk/>
            <pc:sldMk cId="2919213822" sldId="277"/>
            <ac:spMk id="8" creationId="{00000000-0000-0000-0000-000000000000}"/>
          </ac:spMkLst>
        </pc:spChg>
        <pc:spChg chg="mod">
          <ac:chgData name="Стёпа Лещенко" userId="020492763fd35c9f" providerId="LiveId" clId="{1D64CB88-A10C-42BC-BC9A-579C22ECC4FC}" dt="2026-08-16T14:26:21.656" v="38" actId="1076"/>
          <ac:spMkLst>
            <pc:docMk/>
            <pc:sldMk cId="2919213822" sldId="277"/>
            <ac:spMk id="31" creationId="{9E544B21-4545-46EE-B4D8-22D17670B3F8}"/>
          </ac:spMkLst>
        </pc:spChg>
        <pc:spChg chg="mod">
          <ac:chgData name="Стёпа Лещенко" userId="020492763fd35c9f" providerId="LiveId" clId="{1D64CB88-A10C-42BC-BC9A-579C22ECC4FC}" dt="2026-08-16T14:26:26.768" v="41" actId="1076"/>
          <ac:spMkLst>
            <pc:docMk/>
            <pc:sldMk cId="2919213822" sldId="277"/>
            <ac:spMk id="34" creationId="{87C706BB-E535-4D61-9ACF-BB27CCF9E0D6}"/>
          </ac:spMkLst>
        </pc:spChg>
        <pc:spChg chg="mod">
          <ac:chgData name="Стёпа Лещенко" userId="020492763fd35c9f" providerId="LiveId" clId="{1D64CB88-A10C-42BC-BC9A-579C22ECC4FC}" dt="2026-08-16T14:26:15.088" v="36" actId="1076"/>
          <ac:spMkLst>
            <pc:docMk/>
            <pc:sldMk cId="2919213822" sldId="277"/>
            <ac:spMk id="35" creationId="{CE7536FB-08A6-4714-B601-446AA881411B}"/>
          </ac:spMkLst>
        </pc:spChg>
        <pc:spChg chg="mod">
          <ac:chgData name="Стёпа Лещенко" userId="020492763fd35c9f" providerId="LiveId" clId="{1D64CB88-A10C-42BC-BC9A-579C22ECC4FC}" dt="2026-08-16T14:26:28.952" v="42" actId="1076"/>
          <ac:spMkLst>
            <pc:docMk/>
            <pc:sldMk cId="2919213822" sldId="277"/>
            <ac:spMk id="36" creationId="{F2DD1C2B-A379-4902-B9C9-1C59A5A76A23}"/>
          </ac:spMkLst>
        </pc:spChg>
        <pc:spChg chg="mod">
          <ac:chgData name="Стёпа Лещенко" userId="020492763fd35c9f" providerId="LiveId" clId="{1D64CB88-A10C-42BC-BC9A-579C22ECC4FC}" dt="2026-08-16T14:26:24.376" v="39" actId="1076"/>
          <ac:spMkLst>
            <pc:docMk/>
            <pc:sldMk cId="2919213822" sldId="277"/>
            <ac:spMk id="37" creationId="{931ACD89-DB69-471F-8FC3-22DF6137DC56}"/>
          </ac:spMkLst>
        </pc:spChg>
        <pc:graphicFrameChg chg="mod">
          <ac:chgData name="Стёпа Лещенко" userId="020492763fd35c9f" providerId="LiveId" clId="{1D64CB88-A10C-42BC-BC9A-579C22ECC4FC}" dt="2026-08-16T14:28:34.871" v="43"/>
          <ac:graphicFrameMkLst>
            <pc:docMk/>
            <pc:sldMk cId="2919213822" sldId="277"/>
            <ac:graphicFrameMk id="4" creationId="{00000000-0000-0000-0000-000000000000}"/>
          </ac:graphicFrameMkLst>
        </pc:graphicFrameChg>
        <pc:picChg chg="del">
          <ac:chgData name="Стёпа Лещенко" userId="020492763fd35c9f" providerId="LiveId" clId="{1D64CB88-A10C-42BC-BC9A-579C22ECC4FC}" dt="2026-08-16T14:26:12.799" v="35" actId="478"/>
          <ac:picMkLst>
            <pc:docMk/>
            <pc:sldMk cId="2919213822" sldId="277"/>
            <ac:picMk id="32" creationId="{13B9AC69-292B-3B9E-E0CA-A6F0FF52525D}"/>
          </ac:picMkLst>
        </pc:picChg>
      </pc:sldChg>
    </pc:docChg>
  </pc:docChgLst>
  <pc:docChgLst>
    <pc:chgData name="Стёпа Лещенко" userId="020492763fd35c9f" providerId="LiveId" clId="{FBB2FD98-467F-415D-942F-ADA6AD0FECFB}"/>
    <pc:docChg chg="modSld">
      <pc:chgData name="Стёпа Лещенко" userId="020492763fd35c9f" providerId="LiveId" clId="{FBB2FD98-467F-415D-942F-ADA6AD0FECFB}" dt="2026-07-10T06:46:09.947" v="64" actId="20577"/>
      <pc:docMkLst>
        <pc:docMk/>
      </pc:docMkLst>
      <pc:sldChg chg="modSp mod">
        <pc:chgData name="Стёпа Лещенко" userId="020492763fd35c9f" providerId="LiveId" clId="{FBB2FD98-467F-415D-942F-ADA6AD0FECFB}" dt="2026-07-10T06:46:09.947" v="64" actId="20577"/>
        <pc:sldMkLst>
          <pc:docMk/>
          <pc:sldMk cId="2221434620" sldId="258"/>
        </pc:sldMkLst>
        <pc:spChg chg="mod">
          <ac:chgData name="Стёпа Лещенко" userId="020492763fd35c9f" providerId="LiveId" clId="{FBB2FD98-467F-415D-942F-ADA6AD0FECFB}" dt="2026-07-10T06:46:09.947" v="64" actId="20577"/>
          <ac:spMkLst>
            <pc:docMk/>
            <pc:sldMk cId="2221434620" sldId="258"/>
            <ac:spMk id="2" creationId="{00000000-0000-0000-0000-000000000000}"/>
          </ac:spMkLst>
        </pc:spChg>
      </pc:sldChg>
      <pc:sldChg chg="modSp mod">
        <pc:chgData name="Стёпа Лещенко" userId="020492763fd35c9f" providerId="LiveId" clId="{FBB2FD98-467F-415D-942F-ADA6AD0FECFB}" dt="2026-07-10T06:40:31.520" v="57" actId="14100"/>
        <pc:sldMkLst>
          <pc:docMk/>
          <pc:sldMk cId="2255054501" sldId="279"/>
        </pc:sldMkLst>
        <pc:spChg chg="mod">
          <ac:chgData name="Стёпа Лещенко" userId="020492763fd35c9f" providerId="LiveId" clId="{FBB2FD98-467F-415D-942F-ADA6AD0FECFB}" dt="2026-07-10T06:40:31.520" v="57" actId="14100"/>
          <ac:spMkLst>
            <pc:docMk/>
            <pc:sldMk cId="2255054501" sldId="279"/>
            <ac:spMk id="7" creationId="{E3C1C498-D8A2-1418-CB90-B17F74C62AD9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6T19:20:06.368" idx="1">
    <p:pos x="7780" y="4556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9B139-4779-499E-A4A7-B24287651A2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9B1E-A602-453B-AB79-0593C2FD4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93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200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244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283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8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790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05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603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0E9B1E-A602-453B-AB79-0593C2FD40D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141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16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64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49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58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6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89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72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20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84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60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C2159-14D1-437C-AB42-B354B1AEE9F6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19240-DA58-4626-A8E6-F3BB39EC76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2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7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green-llc-and-lab/TCS" TargetMode="Externa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slide" Target="slide3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ontrol" Target="../activeX/activeX13.xml"/><Relationship Id="rId18" Type="http://schemas.openxmlformats.org/officeDocument/2006/relationships/control" Target="../activeX/activeX18.xml"/><Relationship Id="rId26" Type="http://schemas.openxmlformats.org/officeDocument/2006/relationships/control" Target="../activeX/activeX26.xml"/><Relationship Id="rId39" Type="http://schemas.openxmlformats.org/officeDocument/2006/relationships/control" Target="../activeX/activeX39.xml"/><Relationship Id="rId21" Type="http://schemas.openxmlformats.org/officeDocument/2006/relationships/control" Target="../activeX/activeX21.xml"/><Relationship Id="rId34" Type="http://schemas.openxmlformats.org/officeDocument/2006/relationships/control" Target="../activeX/activeX34.xml"/><Relationship Id="rId42" Type="http://schemas.openxmlformats.org/officeDocument/2006/relationships/control" Target="../activeX/activeX42.xml"/><Relationship Id="rId47" Type="http://schemas.openxmlformats.org/officeDocument/2006/relationships/control" Target="../activeX/activeX47.xml"/><Relationship Id="rId50" Type="http://schemas.openxmlformats.org/officeDocument/2006/relationships/control" Target="../activeX/activeX50.xml"/><Relationship Id="rId55" Type="http://schemas.openxmlformats.org/officeDocument/2006/relationships/slide" Target="slide3.xml"/><Relationship Id="rId7" Type="http://schemas.openxmlformats.org/officeDocument/2006/relationships/control" Target="../activeX/activeX7.xml"/><Relationship Id="rId12" Type="http://schemas.openxmlformats.org/officeDocument/2006/relationships/control" Target="../activeX/activeX12.xml"/><Relationship Id="rId17" Type="http://schemas.openxmlformats.org/officeDocument/2006/relationships/control" Target="../activeX/activeX17.xml"/><Relationship Id="rId25" Type="http://schemas.openxmlformats.org/officeDocument/2006/relationships/control" Target="../activeX/activeX25.xml"/><Relationship Id="rId33" Type="http://schemas.openxmlformats.org/officeDocument/2006/relationships/control" Target="../activeX/activeX33.xml"/><Relationship Id="rId38" Type="http://schemas.openxmlformats.org/officeDocument/2006/relationships/control" Target="../activeX/activeX38.xml"/><Relationship Id="rId46" Type="http://schemas.openxmlformats.org/officeDocument/2006/relationships/control" Target="../activeX/activeX46.xml"/><Relationship Id="rId2" Type="http://schemas.openxmlformats.org/officeDocument/2006/relationships/control" Target="../activeX/activeX2.xml"/><Relationship Id="rId16" Type="http://schemas.openxmlformats.org/officeDocument/2006/relationships/control" Target="../activeX/activeX16.xml"/><Relationship Id="rId20" Type="http://schemas.openxmlformats.org/officeDocument/2006/relationships/control" Target="../activeX/activeX20.xml"/><Relationship Id="rId29" Type="http://schemas.openxmlformats.org/officeDocument/2006/relationships/control" Target="../activeX/activeX29.xml"/><Relationship Id="rId41" Type="http://schemas.openxmlformats.org/officeDocument/2006/relationships/control" Target="../activeX/activeX41.xml"/><Relationship Id="rId54" Type="http://schemas.openxmlformats.org/officeDocument/2006/relationships/notesSlide" Target="../notesSlides/notesSlide5.xml"/><Relationship Id="rId1" Type="http://schemas.openxmlformats.org/officeDocument/2006/relationships/vmlDrawing" Target="../drawings/vmlDrawing2.vml"/><Relationship Id="rId6" Type="http://schemas.openxmlformats.org/officeDocument/2006/relationships/control" Target="../activeX/activeX6.xml"/><Relationship Id="rId11" Type="http://schemas.openxmlformats.org/officeDocument/2006/relationships/control" Target="../activeX/activeX11.xml"/><Relationship Id="rId24" Type="http://schemas.openxmlformats.org/officeDocument/2006/relationships/control" Target="../activeX/activeX24.xml"/><Relationship Id="rId32" Type="http://schemas.openxmlformats.org/officeDocument/2006/relationships/control" Target="../activeX/activeX32.xml"/><Relationship Id="rId37" Type="http://schemas.openxmlformats.org/officeDocument/2006/relationships/control" Target="../activeX/activeX37.xml"/><Relationship Id="rId40" Type="http://schemas.openxmlformats.org/officeDocument/2006/relationships/control" Target="../activeX/activeX40.xml"/><Relationship Id="rId45" Type="http://schemas.openxmlformats.org/officeDocument/2006/relationships/control" Target="../activeX/activeX45.xml"/><Relationship Id="rId53" Type="http://schemas.openxmlformats.org/officeDocument/2006/relationships/slideLayout" Target="../slideLayouts/slideLayout7.xml"/><Relationship Id="rId5" Type="http://schemas.openxmlformats.org/officeDocument/2006/relationships/control" Target="../activeX/activeX5.xml"/><Relationship Id="rId15" Type="http://schemas.openxmlformats.org/officeDocument/2006/relationships/control" Target="../activeX/activeX15.xml"/><Relationship Id="rId23" Type="http://schemas.openxmlformats.org/officeDocument/2006/relationships/control" Target="../activeX/activeX23.xml"/><Relationship Id="rId28" Type="http://schemas.openxmlformats.org/officeDocument/2006/relationships/control" Target="../activeX/activeX28.xml"/><Relationship Id="rId36" Type="http://schemas.openxmlformats.org/officeDocument/2006/relationships/control" Target="../activeX/activeX36.xml"/><Relationship Id="rId49" Type="http://schemas.openxmlformats.org/officeDocument/2006/relationships/control" Target="../activeX/activeX49.xml"/><Relationship Id="rId10" Type="http://schemas.openxmlformats.org/officeDocument/2006/relationships/control" Target="../activeX/activeX10.xml"/><Relationship Id="rId19" Type="http://schemas.openxmlformats.org/officeDocument/2006/relationships/control" Target="../activeX/activeX19.xml"/><Relationship Id="rId31" Type="http://schemas.openxmlformats.org/officeDocument/2006/relationships/control" Target="../activeX/activeX31.xml"/><Relationship Id="rId44" Type="http://schemas.openxmlformats.org/officeDocument/2006/relationships/control" Target="../activeX/activeX44.xml"/><Relationship Id="rId52" Type="http://schemas.openxmlformats.org/officeDocument/2006/relationships/control" Target="../activeX/activeX52.xml"/><Relationship Id="rId4" Type="http://schemas.openxmlformats.org/officeDocument/2006/relationships/control" Target="../activeX/activeX4.xml"/><Relationship Id="rId9" Type="http://schemas.openxmlformats.org/officeDocument/2006/relationships/control" Target="../activeX/activeX9.xml"/><Relationship Id="rId14" Type="http://schemas.openxmlformats.org/officeDocument/2006/relationships/control" Target="../activeX/activeX14.xml"/><Relationship Id="rId22" Type="http://schemas.openxmlformats.org/officeDocument/2006/relationships/control" Target="../activeX/activeX22.xml"/><Relationship Id="rId27" Type="http://schemas.openxmlformats.org/officeDocument/2006/relationships/control" Target="../activeX/activeX27.xml"/><Relationship Id="rId30" Type="http://schemas.openxmlformats.org/officeDocument/2006/relationships/control" Target="../activeX/activeX30.xml"/><Relationship Id="rId35" Type="http://schemas.openxmlformats.org/officeDocument/2006/relationships/control" Target="../activeX/activeX35.xml"/><Relationship Id="rId43" Type="http://schemas.openxmlformats.org/officeDocument/2006/relationships/control" Target="../activeX/activeX43.xml"/><Relationship Id="rId48" Type="http://schemas.openxmlformats.org/officeDocument/2006/relationships/control" Target="../activeX/activeX48.xml"/><Relationship Id="rId56" Type="http://schemas.openxmlformats.org/officeDocument/2006/relationships/image" Target="../media/image2.wmf"/><Relationship Id="rId8" Type="http://schemas.openxmlformats.org/officeDocument/2006/relationships/control" Target="../activeX/activeX8.xml"/><Relationship Id="rId51" Type="http://schemas.openxmlformats.org/officeDocument/2006/relationships/control" Target="../activeX/activeX51.xml"/><Relationship Id="rId3" Type="http://schemas.openxmlformats.org/officeDocument/2006/relationships/control" Target="../activeX/activeX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7.xml"/><Relationship Id="rId7" Type="http://schemas.openxmlformats.org/officeDocument/2006/relationships/slide" Target="slide7.xml"/><Relationship Id="rId2" Type="http://schemas.openxmlformats.org/officeDocument/2006/relationships/control" Target="../activeX/activeX53.xml"/><Relationship Id="rId1" Type="http://schemas.openxmlformats.org/officeDocument/2006/relationships/vmlDrawing" Target="../drawings/vmlDrawing3.v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7.xml"/><Relationship Id="rId7" Type="http://schemas.openxmlformats.org/officeDocument/2006/relationships/slide" Target="slide7.xml"/><Relationship Id="rId2" Type="http://schemas.openxmlformats.org/officeDocument/2006/relationships/control" Target="../activeX/activeX54.xml"/><Relationship Id="rId1" Type="http://schemas.openxmlformats.org/officeDocument/2006/relationships/vmlDrawing" Target="../drawings/vmlDrawing4.v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7.xml"/><Relationship Id="rId7" Type="http://schemas.openxmlformats.org/officeDocument/2006/relationships/slide" Target="slide7.xml"/><Relationship Id="rId2" Type="http://schemas.openxmlformats.org/officeDocument/2006/relationships/control" Target="../activeX/activeX55.xml"/><Relationship Id="rId1" Type="http://schemas.openxmlformats.org/officeDocument/2006/relationships/vmlDrawing" Target="../drawings/vmlDrawing5.v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23792" y="404664"/>
            <a:ext cx="2890664" cy="796950"/>
          </a:xfrm>
          <a:effectLst>
            <a:reflection blurRad="6350" stA="50000" endA="300" endPos="90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ru-RU" dirty="0"/>
              <a:t>Ожидание</a:t>
            </a:r>
            <a:r>
              <a:rPr lang="en-US" dirty="0"/>
              <a:t>…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6" y="2060848"/>
            <a:ext cx="5915000" cy="604664"/>
          </a:xfrm>
          <a:effectLst>
            <a:reflection blurRad="6350" stA="50000" endA="300" endPos="90000" dir="5400000" sy="-100000" algn="bl" rotWithShape="0"/>
          </a:effectLst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Как запустить</a:t>
            </a:r>
            <a:r>
              <a:rPr lang="en-US" dirty="0"/>
              <a:t>: </a:t>
            </a:r>
            <a:r>
              <a:rPr lang="ru-RU" dirty="0"/>
              <a:t>Нажмите С начала</a:t>
            </a:r>
          </a:p>
          <a:p>
            <a:pPr marL="0" indent="0">
              <a:buNone/>
            </a:pPr>
            <a:r>
              <a:rPr lang="ru-RU" dirty="0"/>
              <a:t>Или Слайд-шоу/С начала</a:t>
            </a:r>
          </a:p>
        </p:txBody>
      </p:sp>
    </p:spTree>
    <p:extLst>
      <p:ext uri="{BB962C8B-B14F-4D97-AF65-F5344CB8AC3E}">
        <p14:creationId xmlns:p14="http://schemas.microsoft.com/office/powerpoint/2010/main" val="194101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07082" y="1048606"/>
            <a:ext cx="6977149" cy="576064"/>
          </a:xfrm>
          <a:effectLst>
            <a:reflection blurRad="6350" stA="50000" endA="300" endPos="90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en-US" sz="4000" dirty="0"/>
              <a:t>TwoApps 20</a:t>
            </a:r>
            <a:r>
              <a:rPr lang="ru-RU" sz="4000" dirty="0"/>
              <a:t>25 для Дома и учёбы</a:t>
            </a:r>
            <a:r>
              <a:rPr lang="en-US" sz="4000" dirty="0"/>
              <a:t> 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flipV="1">
            <a:off x="12660560" y="5949280"/>
            <a:ext cx="144016" cy="144016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663956" y="3789044"/>
            <a:ext cx="1224137" cy="646331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ru-RU" dirty="0"/>
              <a:t>Загрузка</a:t>
            </a:r>
          </a:p>
          <a:p>
            <a:r>
              <a:rPr lang="ru-RU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775" y="5821084"/>
            <a:ext cx="3888433" cy="369332"/>
          </a:xfrm>
          <a:prstGeom prst="rect">
            <a:avLst/>
          </a:prstGeom>
          <a:noFill/>
          <a:effectLst>
            <a:reflection blurRad="6350" stA="50000" endA="300" endPos="90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ru-RU" dirty="0"/>
              <a:t>Для </a:t>
            </a:r>
            <a:r>
              <a:rPr lang="en-US" dirty="0"/>
              <a:t>PowerPoint 20</a:t>
            </a:r>
            <a:r>
              <a:rPr lang="ru-RU" dirty="0"/>
              <a:t>10-365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0734" y="1699067"/>
            <a:ext cx="1584176" cy="3693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ru-RU" dirty="0"/>
              <a:t>От </a:t>
            </a:r>
            <a:r>
              <a:rPr lang="en-US" dirty="0"/>
              <a:t>Green-LLC</a:t>
            </a:r>
            <a:r>
              <a:rPr lang="ru-RU" dirty="0"/>
              <a:t>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DD167B-EF28-4FB3-3510-DD33C6AF2232}"/>
              </a:ext>
            </a:extLst>
          </p:cNvPr>
          <p:cNvSpPr/>
          <p:nvPr/>
        </p:nvSpPr>
        <p:spPr>
          <a:xfrm>
            <a:off x="479376" y="762963"/>
            <a:ext cx="951359" cy="936104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</a:t>
            </a:r>
            <a:endParaRPr lang="ru-RU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68971-E0C0-437C-A85A-319187B211EB}"/>
              </a:ext>
            </a:extLst>
          </p:cNvPr>
          <p:cNvSpPr txBox="1"/>
          <p:nvPr/>
        </p:nvSpPr>
        <p:spPr>
          <a:xfrm>
            <a:off x="3014910" y="1699067"/>
            <a:ext cx="2505026" cy="3693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ru-RU" dirty="0"/>
              <a:t>Защищено </a:t>
            </a:r>
            <a:r>
              <a:rPr lang="en-US" dirty="0"/>
              <a:t>TCS Knox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43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600"/>
    </mc:Choice>
    <mc:Fallback xmlns="">
      <p:transition advClick="0" advTm="6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horzBrick">
          <a:fgClr>
            <a:schemeClr val="accent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A3DBA4A-DE74-0221-16F2-56E80282547F}"/>
              </a:ext>
            </a:extLst>
          </p:cNvPr>
          <p:cNvSpPr/>
          <p:nvPr/>
        </p:nvSpPr>
        <p:spPr>
          <a:xfrm>
            <a:off x="10144195" y="6500687"/>
            <a:ext cx="181799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029232" y="6453999"/>
            <a:ext cx="2133601" cy="4082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11216761" y="6439281"/>
            <a:ext cx="2133600" cy="351041"/>
          </a:xfrm>
          <a:effectLst>
            <a:reflection blurRad="6350" stA="50000" endA="300" endPos="90000" dir="5400000" sy="-100000" algn="bl" rotWithShape="0"/>
          </a:effectLst>
        </p:spPr>
        <p:txBody>
          <a:bodyPr/>
          <a:lstStyle/>
          <a:p>
            <a:fld id="{0E08A87E-21D6-4A06-B251-835175951053}" type="datetime1">
              <a:rPr lang="ru-RU" smtClean="0">
                <a:solidFill>
                  <a:schemeClr val="tx1"/>
                </a:solidFill>
              </a:rPr>
              <a:t>17.08.2026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7536FB-08A6-4714-B601-446AA881411B}"/>
              </a:ext>
            </a:extLst>
          </p:cNvPr>
          <p:cNvSpPr txBox="1"/>
          <p:nvPr/>
        </p:nvSpPr>
        <p:spPr>
          <a:xfrm>
            <a:off x="10144195" y="6476301"/>
            <a:ext cx="64807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1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Выход</a:t>
            </a:r>
            <a:endParaRPr lang="ru-RU" sz="1200" dirty="0"/>
          </a:p>
        </p:txBody>
      </p:sp>
      <p:sp>
        <p:nvSpPr>
          <p:cNvPr id="20" name="Прямоугольник: загнутый угол 19">
            <a:hlinkClick r:id="rId4" action="ppaction://hlinksldjump"/>
            <a:extLst>
              <a:ext uri="{FF2B5EF4-FFF2-40B4-BE49-F238E27FC236}">
                <a16:creationId xmlns:a16="http://schemas.microsoft.com/office/drawing/2014/main" id="{0078685C-A3F6-424A-A5F5-C512E64020B7}"/>
              </a:ext>
            </a:extLst>
          </p:cNvPr>
          <p:cNvSpPr/>
          <p:nvPr/>
        </p:nvSpPr>
        <p:spPr>
          <a:xfrm>
            <a:off x="10001672" y="661525"/>
            <a:ext cx="1332656" cy="1296144"/>
          </a:xfrm>
          <a:prstGeom prst="foldedCorne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9B0E73-A02C-4F65-B512-E59A8207A67E}"/>
              </a:ext>
            </a:extLst>
          </p:cNvPr>
          <p:cNvSpPr txBox="1"/>
          <p:nvPr/>
        </p:nvSpPr>
        <p:spPr>
          <a:xfrm>
            <a:off x="8970410" y="1873531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TwoNote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9" name="Блок-схема: внутренняя память 48">
            <a:hlinkClick r:id="rId6" action="ppaction://hlinksldjump"/>
            <a:extLst>
              <a:ext uri="{FF2B5EF4-FFF2-40B4-BE49-F238E27FC236}">
                <a16:creationId xmlns:a16="http://schemas.microsoft.com/office/drawing/2014/main" id="{7E54A8D9-6632-44C0-9287-47CD407D4DC3}"/>
              </a:ext>
            </a:extLst>
          </p:cNvPr>
          <p:cNvSpPr/>
          <p:nvPr/>
        </p:nvSpPr>
        <p:spPr>
          <a:xfrm>
            <a:off x="8616280" y="661525"/>
            <a:ext cx="1224136" cy="1296144"/>
          </a:xfrm>
          <a:prstGeom prst="flowChartInternalStorag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90EA44-5DCD-4046-A05C-E8586802DF64}"/>
              </a:ext>
            </a:extLst>
          </p:cNvPr>
          <p:cNvSpPr txBox="1"/>
          <p:nvPr/>
        </p:nvSpPr>
        <p:spPr>
          <a:xfrm>
            <a:off x="8404308" y="1888249"/>
            <a:ext cx="1719292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TwoXS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1" name="Управляющая кнопка: &quot;На главную&quot; 50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10F8E4FA-DAF3-45CE-B2E8-463F4034CB2D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Блок-схема: типовой процесс 51">
            <a:extLst>
              <a:ext uri="{FF2B5EF4-FFF2-40B4-BE49-F238E27FC236}">
                <a16:creationId xmlns:a16="http://schemas.microsoft.com/office/drawing/2014/main" id="{63BAAD2D-9963-4446-B958-6019976DE6A2}"/>
              </a:ext>
            </a:extLst>
          </p:cNvPr>
          <p:cNvSpPr/>
          <p:nvPr/>
        </p:nvSpPr>
        <p:spPr>
          <a:xfrm rot="5400000">
            <a:off x="7176120" y="661525"/>
            <a:ext cx="1278904" cy="1296144"/>
          </a:xfrm>
          <a:prstGeom prst="flowChartPredefined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08B16D-AC67-4649-A3FC-9834E9DBD22A}"/>
              </a:ext>
            </a:extLst>
          </p:cNvPr>
          <p:cNvSpPr txBox="1"/>
          <p:nvPr/>
        </p:nvSpPr>
        <p:spPr>
          <a:xfrm>
            <a:off x="7047336" y="1915600"/>
            <a:ext cx="1719292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</a:rPr>
              <a:t>Twowored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5242CC8-1FAB-4D52-9A97-E4430FD89E98}"/>
              </a:ext>
            </a:extLst>
          </p:cNvPr>
          <p:cNvSpPr/>
          <p:nvPr/>
        </p:nvSpPr>
        <p:spPr>
          <a:xfrm>
            <a:off x="5833755" y="1259981"/>
            <a:ext cx="1152552" cy="6889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280B19-29CE-470F-AE2A-373B3DA69154}"/>
              </a:ext>
            </a:extLst>
          </p:cNvPr>
          <p:cNvSpPr txBox="1"/>
          <p:nvPr/>
        </p:nvSpPr>
        <p:spPr>
          <a:xfrm>
            <a:off x="5518923" y="1932325"/>
            <a:ext cx="1719292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Store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213822"/>
      </p:ext>
    </p:extLst>
  </p:cSld>
  <p:clrMapOvr>
    <a:masterClrMapping/>
  </p:clrMapOvr>
  <p:transition spd="slow" advClick="0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horzBrick">
          <a:fgClr>
            <a:schemeClr val="accent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A3DBA4A-DE74-0221-16F2-56E80282547F}"/>
              </a:ext>
            </a:extLst>
          </p:cNvPr>
          <p:cNvSpPr/>
          <p:nvPr/>
        </p:nvSpPr>
        <p:spPr>
          <a:xfrm>
            <a:off x="10144195" y="6500687"/>
            <a:ext cx="181799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029232" y="6453999"/>
            <a:ext cx="2133601" cy="4082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11216761" y="6439281"/>
            <a:ext cx="2133600" cy="351041"/>
          </a:xfrm>
          <a:effectLst>
            <a:reflection blurRad="6350" stA="50000" endA="300" endPos="90000" dir="5400000" sy="-100000" algn="bl" rotWithShape="0"/>
          </a:effectLst>
        </p:spPr>
        <p:txBody>
          <a:bodyPr/>
          <a:lstStyle/>
          <a:p>
            <a:fld id="{0E08A87E-21D6-4A06-B251-835175951053}" type="datetime1">
              <a:rPr lang="ru-RU" smtClean="0">
                <a:solidFill>
                  <a:schemeClr val="tx1"/>
                </a:solidFill>
              </a:rPr>
              <a:t>17.08.2026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7536FB-08A6-4714-B601-446AA881411B}"/>
              </a:ext>
            </a:extLst>
          </p:cNvPr>
          <p:cNvSpPr txBox="1"/>
          <p:nvPr/>
        </p:nvSpPr>
        <p:spPr>
          <a:xfrm>
            <a:off x="10144195" y="6476301"/>
            <a:ext cx="64807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1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Выход</a:t>
            </a:r>
            <a:endParaRPr lang="ru-RU" sz="1200" dirty="0"/>
          </a:p>
        </p:txBody>
      </p:sp>
      <p:sp>
        <p:nvSpPr>
          <p:cNvPr id="51" name="Управляющая кнопка: &quot;На главную&quot; 5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0F8E4FA-DAF3-45CE-B2E8-463F4034CB2D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0558D-6F5C-455C-8165-5EC252EAC5B4}"/>
              </a:ext>
            </a:extLst>
          </p:cNvPr>
          <p:cNvSpPr txBox="1"/>
          <p:nvPr/>
        </p:nvSpPr>
        <p:spPr>
          <a:xfrm>
            <a:off x="767408" y="66147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 </a:t>
            </a:r>
            <a:r>
              <a:rPr lang="ru-RU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r>
              <a:rPr lang="en-US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.1 </a:t>
            </a:r>
            <a:r>
              <a:rPr lang="ru-RU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Для Бизнеса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19179"/>
      </p:ext>
    </p:extLst>
  </p:cSld>
  <p:clrMapOvr>
    <a:masterClrMapping/>
  </p:clrMapOvr>
  <p:transition spd="slow" advClick="0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horzBrick">
          <a:fgClr>
            <a:schemeClr val="accent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D5C8B7-B757-4BDA-97E4-64E0605ACBD3}"/>
              </a:ext>
            </a:extLst>
          </p:cNvPr>
          <p:cNvSpPr/>
          <p:nvPr/>
        </p:nvSpPr>
        <p:spPr>
          <a:xfrm>
            <a:off x="15562" y="-8137"/>
            <a:ext cx="12176438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-816768" y="0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TwoWored</a:t>
            </a:r>
            <a:endParaRPr lang="ru-RU" sz="2800" dirty="0"/>
          </a:p>
        </p:txBody>
      </p:sp>
      <p:sp>
        <p:nvSpPr>
          <p:cNvPr id="11" name="Управляющая кнопка: &quot;На главную&quot;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192CB82-20B2-479F-BE53-F217014640DA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6" name="TextBox2" r:id="rId2" imgW="12173040" imgH="5848200"/>
        </mc:Choice>
        <mc:Fallback>
          <p:control name="TextBox2" r:id="rId2" imgW="12173040" imgH="5848200">
            <p:pic>
              <p:nvPicPr>
                <p:cNvPr id="4" name="TextBox2">
                  <a:extLst>
                    <a:ext uri="{FF2B5EF4-FFF2-40B4-BE49-F238E27FC236}">
                      <a16:creationId xmlns:a16="http://schemas.microsoft.com/office/drawing/2014/main" id="{2E0EE3FC-64B1-46C7-B33A-B87FBC2B2D6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75" y="535463"/>
                  <a:ext cx="12176125" cy="584951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719354377"/>
      </p:ext>
    </p:extLst>
  </p:cSld>
  <p:clrMapOvr>
    <a:masterClrMapping/>
  </p:clrMapOvr>
  <p:transition spd="slow" advClick="0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horzBrick">
          <a:fgClr>
            <a:schemeClr val="accent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D5C8B7-B757-4BDA-97E4-64E0605ACBD3}"/>
              </a:ext>
            </a:extLst>
          </p:cNvPr>
          <p:cNvSpPr/>
          <p:nvPr/>
        </p:nvSpPr>
        <p:spPr>
          <a:xfrm>
            <a:off x="15562" y="-8137"/>
            <a:ext cx="12176438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-816768" y="0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TwoXS</a:t>
            </a:r>
            <a:endParaRPr lang="ru-RU" sz="2800" dirty="0"/>
          </a:p>
        </p:txBody>
      </p:sp>
      <p:sp>
        <p:nvSpPr>
          <p:cNvPr id="11" name="Управляющая кнопка: &quot;На главную&quot; 10">
            <a:hlinkClick r:id="rId55" action="ppaction://hlinksldjump" highlightClick="1"/>
            <a:extLst>
              <a:ext uri="{FF2B5EF4-FFF2-40B4-BE49-F238E27FC236}">
                <a16:creationId xmlns:a16="http://schemas.microsoft.com/office/drawing/2014/main" id="{7192CB82-20B2-479F-BE53-F217014640DA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50" name="TextBox2" r:id="rId2" imgW="1181160" imgH="438120"/>
        </mc:Choice>
        <mc:Fallback>
          <p:control name="TextBox2" r:id="rId2" imgW="1181160" imgH="438120">
            <p:pic>
              <p:nvPicPr>
                <p:cNvPr id="4" name="TextBox2">
                  <a:extLst>
                    <a:ext uri="{FF2B5EF4-FFF2-40B4-BE49-F238E27FC236}">
                      <a16:creationId xmlns:a16="http://schemas.microsoft.com/office/drawing/2014/main" id="{2E0EE3FC-64B1-46C7-B33A-B87FBC2B2D6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875" y="531813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1" name="TextBox3" r:id="rId3" imgW="1181160" imgH="438120"/>
        </mc:Choice>
        <mc:Fallback>
          <p:control name="TextBox3" r:id="rId3" imgW="1181160" imgH="438120">
            <p:pic>
              <p:nvPicPr>
                <p:cNvPr id="12" name="TextBox3">
                  <a:extLst>
                    <a:ext uri="{FF2B5EF4-FFF2-40B4-BE49-F238E27FC236}">
                      <a16:creationId xmlns:a16="http://schemas.microsoft.com/office/drawing/2014/main" id="{F945A29A-5608-467F-982C-26680056655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00150" y="53385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2" name="TextBox4" r:id="rId4" imgW="1181160" imgH="438120"/>
        </mc:Choice>
        <mc:Fallback>
          <p:control name="TextBox4" r:id="rId4" imgW="1181160" imgH="438120">
            <p:pic>
              <p:nvPicPr>
                <p:cNvPr id="14" name="TextBox4">
                  <a:extLst>
                    <a:ext uri="{FF2B5EF4-FFF2-40B4-BE49-F238E27FC236}">
                      <a16:creationId xmlns:a16="http://schemas.microsoft.com/office/drawing/2014/main" id="{C3DA702D-277B-44AF-83DE-65BCCA05800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82835" y="548137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3" name="TextBox5" r:id="rId5" imgW="1181160" imgH="438120"/>
        </mc:Choice>
        <mc:Fallback>
          <p:control name="TextBox5" r:id="rId5" imgW="1181160" imgH="438120">
            <p:pic>
              <p:nvPicPr>
                <p:cNvPr id="15" name="TextBox5">
                  <a:extLst>
                    <a:ext uri="{FF2B5EF4-FFF2-40B4-BE49-F238E27FC236}">
                      <a16:creationId xmlns:a16="http://schemas.microsoft.com/office/drawing/2014/main" id="{B5F7D9D5-DC92-4616-909D-3C3CF09F3AF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65520" y="548137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4" name="TextBox6" r:id="rId6" imgW="1181160" imgH="438120"/>
        </mc:Choice>
        <mc:Fallback>
          <p:control name="TextBox6" r:id="rId6" imgW="1181160" imgH="438120">
            <p:pic>
              <p:nvPicPr>
                <p:cNvPr id="16" name="TextBox6">
                  <a:extLst>
                    <a:ext uri="{FF2B5EF4-FFF2-40B4-BE49-F238E27FC236}">
                      <a16:creationId xmlns:a16="http://schemas.microsoft.com/office/drawing/2014/main" id="{B4D912D4-EF21-46F8-BA64-A4B414AFB87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48205" y="56441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5" name="TextBox7" r:id="rId7" imgW="1181160" imgH="438120"/>
        </mc:Choice>
        <mc:Fallback>
          <p:control name="TextBox7" r:id="rId7" imgW="1181160" imgH="438120">
            <p:pic>
              <p:nvPicPr>
                <p:cNvPr id="17" name="TextBox7">
                  <a:extLst>
                    <a:ext uri="{FF2B5EF4-FFF2-40B4-BE49-F238E27FC236}">
                      <a16:creationId xmlns:a16="http://schemas.microsoft.com/office/drawing/2014/main" id="{A5BCEA8C-E479-48C5-A118-E851E9D0608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24539" y="57157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6" name="TextBox8" r:id="rId8" imgW="1181160" imgH="438120"/>
        </mc:Choice>
        <mc:Fallback>
          <p:control name="TextBox8" r:id="rId8" imgW="1181160" imgH="438120">
            <p:pic>
              <p:nvPicPr>
                <p:cNvPr id="18" name="TextBox8">
                  <a:extLst>
                    <a:ext uri="{FF2B5EF4-FFF2-40B4-BE49-F238E27FC236}">
                      <a16:creationId xmlns:a16="http://schemas.microsoft.com/office/drawing/2014/main" id="{0DDE3B37-7C91-4DCC-9374-3DA7415AE09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93441" y="54813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7" name="TextBox9" r:id="rId9" imgW="1181160" imgH="438120"/>
        </mc:Choice>
        <mc:Fallback>
          <p:control name="TextBox9" r:id="rId9" imgW="1181160" imgH="438120">
            <p:pic>
              <p:nvPicPr>
                <p:cNvPr id="19" name="TextBox9">
                  <a:extLst>
                    <a:ext uri="{FF2B5EF4-FFF2-40B4-BE49-F238E27FC236}">
                      <a16:creationId xmlns:a16="http://schemas.microsoft.com/office/drawing/2014/main" id="{3447A3BE-5C2D-4F8D-939C-D8779567279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43861" y="54035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8" name="TextBox10" r:id="rId10" imgW="1181160" imgH="438120"/>
        </mc:Choice>
        <mc:Fallback>
          <p:control name="TextBox10" r:id="rId10" imgW="1181160" imgH="438120">
            <p:pic>
              <p:nvPicPr>
                <p:cNvPr id="20" name="TextBox10">
                  <a:extLst>
                    <a:ext uri="{FF2B5EF4-FFF2-40B4-BE49-F238E27FC236}">
                      <a16:creationId xmlns:a16="http://schemas.microsoft.com/office/drawing/2014/main" id="{E7ED325C-86E3-40F9-BBBC-DB8CF833D27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00361" y="54813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59" name="TextBox11" r:id="rId11" imgW="1181160" imgH="438120"/>
        </mc:Choice>
        <mc:Fallback>
          <p:control name="TextBox11" r:id="rId11" imgW="1181160" imgH="438120">
            <p:pic>
              <p:nvPicPr>
                <p:cNvPr id="21" name="TextBox11">
                  <a:extLst>
                    <a:ext uri="{FF2B5EF4-FFF2-40B4-BE49-F238E27FC236}">
                      <a16:creationId xmlns:a16="http://schemas.microsoft.com/office/drawing/2014/main" id="{91B3BD41-8DE6-4C54-8133-BF00F8FC0FF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7795" y="571577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0" name="TextBox12" r:id="rId12" imgW="1181160" imgH="438120"/>
        </mc:Choice>
        <mc:Fallback>
          <p:control name="TextBox12" r:id="rId12" imgW="1181160" imgH="438120">
            <p:pic>
              <p:nvPicPr>
                <p:cNvPr id="22" name="TextBox12">
                  <a:extLst>
                    <a:ext uri="{FF2B5EF4-FFF2-40B4-BE49-F238E27FC236}">
                      <a16:creationId xmlns:a16="http://schemas.microsoft.com/office/drawing/2014/main" id="{899911A9-8F17-4624-8180-893954D0A35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727" y="971549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1" name="TextBox13" r:id="rId13" imgW="1181160" imgH="438120"/>
        </mc:Choice>
        <mc:Fallback>
          <p:control name="TextBox13" r:id="rId13" imgW="1181160" imgH="438120">
            <p:pic>
              <p:nvPicPr>
                <p:cNvPr id="23" name="TextBox13">
                  <a:extLst>
                    <a:ext uri="{FF2B5EF4-FFF2-40B4-BE49-F238E27FC236}">
                      <a16:creationId xmlns:a16="http://schemas.microsoft.com/office/drawing/2014/main" id="{47A75C1D-0437-4071-9FDB-44010AF7F48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11285" y="992722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2" name="TextBox14" r:id="rId14" imgW="1181160" imgH="438120"/>
        </mc:Choice>
        <mc:Fallback>
          <p:control name="TextBox14" r:id="rId14" imgW="1181160" imgH="438120">
            <p:pic>
              <p:nvPicPr>
                <p:cNvPr id="24" name="TextBox14">
                  <a:extLst>
                    <a:ext uri="{FF2B5EF4-FFF2-40B4-BE49-F238E27FC236}">
                      <a16:creationId xmlns:a16="http://schemas.microsoft.com/office/drawing/2014/main" id="{1A13DB80-2E11-45F0-B0B8-67AB4F386BD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22186" y="99566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3" name="TextBox15" r:id="rId15" imgW="1181160" imgH="438120"/>
        </mc:Choice>
        <mc:Fallback>
          <p:control name="TextBox15" r:id="rId15" imgW="1181160" imgH="438120">
            <p:pic>
              <p:nvPicPr>
                <p:cNvPr id="25" name="TextBox15">
                  <a:extLst>
                    <a:ext uri="{FF2B5EF4-FFF2-40B4-BE49-F238E27FC236}">
                      <a16:creationId xmlns:a16="http://schemas.microsoft.com/office/drawing/2014/main" id="{D8C40BA2-2789-45EB-8FEA-24510B6B0AA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22471" y="99272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4" name="TextBox16" r:id="rId16" imgW="1181160" imgH="438120"/>
        </mc:Choice>
        <mc:Fallback>
          <p:control name="TextBox16" r:id="rId16" imgW="1181160" imgH="438120">
            <p:pic>
              <p:nvPicPr>
                <p:cNvPr id="26" name="TextBox16">
                  <a:extLst>
                    <a:ext uri="{FF2B5EF4-FFF2-40B4-BE49-F238E27FC236}">
                      <a16:creationId xmlns:a16="http://schemas.microsoft.com/office/drawing/2014/main" id="{89A76427-B1B6-4531-9E60-82168CE473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02969" y="971549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5" name="TextBox1" r:id="rId17" imgW="1181160" imgH="438120"/>
        </mc:Choice>
        <mc:Fallback>
          <p:control name="TextBox1" r:id="rId17" imgW="1181160" imgH="438120">
            <p:pic>
              <p:nvPicPr>
                <p:cNvPr id="27" name="TextBox1">
                  <a:extLst>
                    <a:ext uri="{FF2B5EF4-FFF2-40B4-BE49-F238E27FC236}">
                      <a16:creationId xmlns:a16="http://schemas.microsoft.com/office/drawing/2014/main" id="{945A5186-EDA0-4580-9F0C-0FD5148AF08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39591" y="101131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6" name="TextBox17" r:id="rId18" imgW="1181160" imgH="438120"/>
        </mc:Choice>
        <mc:Fallback>
          <p:control name="TextBox17" r:id="rId18" imgW="1181160" imgH="438120">
            <p:pic>
              <p:nvPicPr>
                <p:cNvPr id="28" name="TextBox17">
                  <a:extLst>
                    <a:ext uri="{FF2B5EF4-FFF2-40B4-BE49-F238E27FC236}">
                      <a16:creationId xmlns:a16="http://schemas.microsoft.com/office/drawing/2014/main" id="{5961827D-95CB-45A7-8810-36C9DAAF52F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56826" y="101792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7" name="TextBox18" r:id="rId19" imgW="1181160" imgH="438120"/>
        </mc:Choice>
        <mc:Fallback>
          <p:control name="TextBox18" r:id="rId19" imgW="1181160" imgH="438120">
            <p:pic>
              <p:nvPicPr>
                <p:cNvPr id="29" name="TextBox18">
                  <a:extLst>
                    <a:ext uri="{FF2B5EF4-FFF2-40B4-BE49-F238E27FC236}">
                      <a16:creationId xmlns:a16="http://schemas.microsoft.com/office/drawing/2014/main" id="{A0C49B8B-0C87-40E8-8737-8F7B15BD84A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99925" y="100943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8" name="TextBox19" r:id="rId20" imgW="1181160" imgH="438120"/>
        </mc:Choice>
        <mc:Fallback>
          <p:control name="TextBox19" r:id="rId20" imgW="1181160" imgH="438120">
            <p:pic>
              <p:nvPicPr>
                <p:cNvPr id="30" name="TextBox19">
                  <a:extLst>
                    <a:ext uri="{FF2B5EF4-FFF2-40B4-BE49-F238E27FC236}">
                      <a16:creationId xmlns:a16="http://schemas.microsoft.com/office/drawing/2014/main" id="{F5457BA1-2291-4336-8A69-1E82A66060F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-34539" y="1407940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69" name="TextBox20" r:id="rId21" imgW="1181160" imgH="438120"/>
        </mc:Choice>
        <mc:Fallback>
          <p:control name="TextBox20" r:id="rId21" imgW="1181160" imgH="438120">
            <p:pic>
              <p:nvPicPr>
                <p:cNvPr id="31" name="TextBox20">
                  <a:extLst>
                    <a:ext uri="{FF2B5EF4-FFF2-40B4-BE49-F238E27FC236}">
                      <a16:creationId xmlns:a16="http://schemas.microsoft.com/office/drawing/2014/main" id="{D7D9A83C-BC4D-4F58-AA6A-5179B727004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9784" y="139597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0" name="TextBox21" r:id="rId22" imgW="1181160" imgH="438120"/>
        </mc:Choice>
        <mc:Fallback>
          <p:control name="TextBox21" r:id="rId22" imgW="1181160" imgH="438120">
            <p:pic>
              <p:nvPicPr>
                <p:cNvPr id="32" name="TextBox21">
                  <a:extLst>
                    <a:ext uri="{FF2B5EF4-FFF2-40B4-BE49-F238E27FC236}">
                      <a16:creationId xmlns:a16="http://schemas.microsoft.com/office/drawing/2014/main" id="{CCC05076-09B1-47BD-A674-C921BFC8C5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3525" y="99565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1" name="TextBox22" r:id="rId23" imgW="1181160" imgH="438120"/>
        </mc:Choice>
        <mc:Fallback>
          <p:control name="TextBox22" r:id="rId23" imgW="1181160" imgH="438120">
            <p:pic>
              <p:nvPicPr>
                <p:cNvPr id="33" name="TextBox22">
                  <a:extLst>
                    <a:ext uri="{FF2B5EF4-FFF2-40B4-BE49-F238E27FC236}">
                      <a16:creationId xmlns:a16="http://schemas.microsoft.com/office/drawing/2014/main" id="{48110C54-8D79-4F65-BD51-5FC125BCC8A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10826" y="100242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2" name="TextBox23" r:id="rId24" imgW="1181160" imgH="438120"/>
        </mc:Choice>
        <mc:Fallback>
          <p:control name="TextBox23" r:id="rId24" imgW="1181160" imgH="438120">
            <p:pic>
              <p:nvPicPr>
                <p:cNvPr id="34" name="TextBox23">
                  <a:extLst>
                    <a:ext uri="{FF2B5EF4-FFF2-40B4-BE49-F238E27FC236}">
                      <a16:creationId xmlns:a16="http://schemas.microsoft.com/office/drawing/2014/main" id="{5A08DA6A-4168-4DD3-90C5-1094B2BA7D8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624192" y="141945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3" name="TextBox24" r:id="rId25" imgW="1181160" imgH="438120"/>
        </mc:Choice>
        <mc:Fallback>
          <p:control name="TextBox24" r:id="rId25" imgW="1181160" imgH="438120">
            <p:pic>
              <p:nvPicPr>
                <p:cNvPr id="35" name="TextBox24">
                  <a:extLst>
                    <a:ext uri="{FF2B5EF4-FFF2-40B4-BE49-F238E27FC236}">
                      <a16:creationId xmlns:a16="http://schemas.microsoft.com/office/drawing/2014/main" id="{6A415C0A-7E6D-437A-A4C7-CD3AE232FA5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79876" y="137113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4" name="TextBox25" r:id="rId26" imgW="1181160" imgH="438120"/>
        </mc:Choice>
        <mc:Fallback>
          <p:control name="TextBox25" r:id="rId26" imgW="1181160" imgH="438120">
            <p:pic>
              <p:nvPicPr>
                <p:cNvPr id="36" name="TextBox25">
                  <a:extLst>
                    <a:ext uri="{FF2B5EF4-FFF2-40B4-BE49-F238E27FC236}">
                      <a16:creationId xmlns:a16="http://schemas.microsoft.com/office/drawing/2014/main" id="{582C7265-5301-455B-93EA-FE88EC2D214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296073" y="1397842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5" name="TextBox26" r:id="rId27" imgW="1181160" imgH="438120"/>
        </mc:Choice>
        <mc:Fallback>
          <p:control name="TextBox26" r:id="rId27" imgW="1181160" imgH="438120">
            <p:pic>
              <p:nvPicPr>
                <p:cNvPr id="37" name="TextBox26">
                  <a:extLst>
                    <a:ext uri="{FF2B5EF4-FFF2-40B4-BE49-F238E27FC236}">
                      <a16:creationId xmlns:a16="http://schemas.microsoft.com/office/drawing/2014/main" id="{63D7051B-80CA-4DD0-ABE0-E95E74677F0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70" y="185218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6" name="TextBox27" r:id="rId28" imgW="1181160" imgH="438120"/>
        </mc:Choice>
        <mc:Fallback>
          <p:control name="TextBox27" r:id="rId28" imgW="1181160" imgH="438120">
            <p:pic>
              <p:nvPicPr>
                <p:cNvPr id="38" name="TextBox27">
                  <a:extLst>
                    <a:ext uri="{FF2B5EF4-FFF2-40B4-BE49-F238E27FC236}">
                      <a16:creationId xmlns:a16="http://schemas.microsoft.com/office/drawing/2014/main" id="{3C279D6E-1F46-40D0-8256-2C8FCD3AEB0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79012" y="146256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7" name="TextBox28" r:id="rId29" imgW="1181160" imgH="438120"/>
        </mc:Choice>
        <mc:Fallback>
          <p:control name="TextBox28" r:id="rId29" imgW="1181160" imgH="438120">
            <p:pic>
              <p:nvPicPr>
                <p:cNvPr id="40" name="TextBox28">
                  <a:extLst>
                    <a:ext uri="{FF2B5EF4-FFF2-40B4-BE49-F238E27FC236}">
                      <a16:creationId xmlns:a16="http://schemas.microsoft.com/office/drawing/2014/main" id="{8B5BF56D-AF40-436D-974F-03D16A00AA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04850" y="146256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8" name="TextBox29" r:id="rId30" imgW="1181160" imgH="438120"/>
        </mc:Choice>
        <mc:Fallback>
          <p:control name="TextBox29" r:id="rId30" imgW="1181160" imgH="438120">
            <p:pic>
              <p:nvPicPr>
                <p:cNvPr id="41" name="TextBox29">
                  <a:extLst>
                    <a:ext uri="{FF2B5EF4-FFF2-40B4-BE49-F238E27FC236}">
                      <a16:creationId xmlns:a16="http://schemas.microsoft.com/office/drawing/2014/main" id="{7B9984F9-CAE2-4F7A-BA83-899E2DBD7B1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75697" y="145686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9" name="TextBox30" r:id="rId31" imgW="1181160" imgH="438120"/>
        </mc:Choice>
        <mc:Fallback>
          <p:control name="TextBox30" r:id="rId31" imgW="1181160" imgH="438120">
            <p:pic>
              <p:nvPicPr>
                <p:cNvPr id="42" name="TextBox30">
                  <a:extLst>
                    <a:ext uri="{FF2B5EF4-FFF2-40B4-BE49-F238E27FC236}">
                      <a16:creationId xmlns:a16="http://schemas.microsoft.com/office/drawing/2014/main" id="{E39FD435-6FAC-417B-87C9-5B98DED56B0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25120" y="1893580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0" name="TextBox31" r:id="rId32" imgW="1181160" imgH="438120"/>
        </mc:Choice>
        <mc:Fallback>
          <p:control name="TextBox31" r:id="rId32" imgW="1181160" imgH="438120">
            <p:pic>
              <p:nvPicPr>
                <p:cNvPr id="43" name="TextBox31">
                  <a:extLst>
                    <a:ext uri="{FF2B5EF4-FFF2-40B4-BE49-F238E27FC236}">
                      <a16:creationId xmlns:a16="http://schemas.microsoft.com/office/drawing/2014/main" id="{9F1E5B95-5AAE-4523-8BEC-0333D85543E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79191" y="180109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1" name="TextBox32" r:id="rId33" imgW="1181160" imgH="438120"/>
        </mc:Choice>
        <mc:Fallback>
          <p:control name="TextBox32" r:id="rId33" imgW="1181160" imgH="438120">
            <p:pic>
              <p:nvPicPr>
                <p:cNvPr id="44" name="TextBox32">
                  <a:extLst>
                    <a:ext uri="{FF2B5EF4-FFF2-40B4-BE49-F238E27FC236}">
                      <a16:creationId xmlns:a16="http://schemas.microsoft.com/office/drawing/2014/main" id="{FA8D8DB9-3E71-4B53-A933-6FE61C04B5A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4862" y="182786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2" name="TextBox33" r:id="rId34" imgW="1181160" imgH="438120"/>
        </mc:Choice>
        <mc:Fallback>
          <p:control name="TextBox33" r:id="rId34" imgW="1181160" imgH="438120">
            <p:pic>
              <p:nvPicPr>
                <p:cNvPr id="45" name="TextBox33">
                  <a:extLst>
                    <a:ext uri="{FF2B5EF4-FFF2-40B4-BE49-F238E27FC236}">
                      <a16:creationId xmlns:a16="http://schemas.microsoft.com/office/drawing/2014/main" id="{9FA6D0DD-9181-410B-884A-FF7FFABF790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76617" y="233069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3" name="TextBox34" r:id="rId35" imgW="1181160" imgH="438120"/>
        </mc:Choice>
        <mc:Fallback>
          <p:control name="TextBox34" r:id="rId35" imgW="1181160" imgH="438120">
            <p:pic>
              <p:nvPicPr>
                <p:cNvPr id="46" name="TextBox34">
                  <a:extLst>
                    <a:ext uri="{FF2B5EF4-FFF2-40B4-BE49-F238E27FC236}">
                      <a16:creationId xmlns:a16="http://schemas.microsoft.com/office/drawing/2014/main" id="{2F9BDF41-3929-4313-B89F-537F97815CC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53266" y="1870246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4" name="TextBox35" r:id="rId36" imgW="1181160" imgH="438120"/>
        </mc:Choice>
        <mc:Fallback>
          <p:control name="TextBox35" r:id="rId36" imgW="1181160" imgH="438120">
            <p:pic>
              <p:nvPicPr>
                <p:cNvPr id="47" name="TextBox35">
                  <a:extLst>
                    <a:ext uri="{FF2B5EF4-FFF2-40B4-BE49-F238E27FC236}">
                      <a16:creationId xmlns:a16="http://schemas.microsoft.com/office/drawing/2014/main" id="{38D757AC-3AD7-4BCF-841B-0BEF5971310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59000" y="1832913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5" name="TextBox36" r:id="rId37" imgW="1181160" imgH="438120"/>
        </mc:Choice>
        <mc:Fallback>
          <p:control name="TextBox36" r:id="rId37" imgW="1181160" imgH="438120">
            <p:pic>
              <p:nvPicPr>
                <p:cNvPr id="48" name="TextBox36">
                  <a:extLst>
                    <a:ext uri="{FF2B5EF4-FFF2-40B4-BE49-F238E27FC236}">
                      <a16:creationId xmlns:a16="http://schemas.microsoft.com/office/drawing/2014/main" id="{32229A48-9BB0-4B0D-8A8C-5FD86E537EF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00685" y="188094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6" name="TextBox37" r:id="rId38" imgW="1181160" imgH="438120"/>
        </mc:Choice>
        <mc:Fallback>
          <p:control name="TextBox37" r:id="rId38" imgW="1181160" imgH="438120">
            <p:pic>
              <p:nvPicPr>
                <p:cNvPr id="49" name="TextBox37">
                  <a:extLst>
                    <a:ext uri="{FF2B5EF4-FFF2-40B4-BE49-F238E27FC236}">
                      <a16:creationId xmlns:a16="http://schemas.microsoft.com/office/drawing/2014/main" id="{2761426A-0A45-4BD7-A454-B98DADB50C2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4568" y="189659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7" name="TextBox38" r:id="rId39" imgW="1181160" imgH="438120"/>
        </mc:Choice>
        <mc:Fallback>
          <p:control name="TextBox38" r:id="rId39" imgW="1181160" imgH="438120">
            <p:pic>
              <p:nvPicPr>
                <p:cNvPr id="50" name="TextBox38">
                  <a:extLst>
                    <a:ext uri="{FF2B5EF4-FFF2-40B4-BE49-F238E27FC236}">
                      <a16:creationId xmlns:a16="http://schemas.microsoft.com/office/drawing/2014/main" id="{8FA31A91-C003-4EA4-9041-2A58222A62D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98834" y="1901675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8" name="TextBox39" r:id="rId40" imgW="1181160" imgH="438120"/>
        </mc:Choice>
        <mc:Fallback>
          <p:control name="TextBox39" r:id="rId40" imgW="1181160" imgH="438120">
            <p:pic>
              <p:nvPicPr>
                <p:cNvPr id="51" name="TextBox39">
                  <a:extLst>
                    <a:ext uri="{FF2B5EF4-FFF2-40B4-BE49-F238E27FC236}">
                      <a16:creationId xmlns:a16="http://schemas.microsoft.com/office/drawing/2014/main" id="{6EE7B84B-1FCB-4531-8660-12A0DD04340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-19598" y="224778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89" name="TextBox40" r:id="rId41" imgW="1181160" imgH="438120"/>
        </mc:Choice>
        <mc:Fallback>
          <p:control name="TextBox40" r:id="rId41" imgW="1181160" imgH="438120">
            <p:pic>
              <p:nvPicPr>
                <p:cNvPr id="52" name="TextBox40">
                  <a:extLst>
                    <a:ext uri="{FF2B5EF4-FFF2-40B4-BE49-F238E27FC236}">
                      <a16:creationId xmlns:a16="http://schemas.microsoft.com/office/drawing/2014/main" id="{A8479981-E909-414B-BBBD-2C7331738F2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19187" y="2266984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0" name="TextBox41" r:id="rId42" imgW="1181160" imgH="438120"/>
        </mc:Choice>
        <mc:Fallback>
          <p:control name="TextBox41" r:id="rId42" imgW="1181160" imgH="438120">
            <p:pic>
              <p:nvPicPr>
                <p:cNvPr id="53" name="TextBox41">
                  <a:extLst>
                    <a:ext uri="{FF2B5EF4-FFF2-40B4-BE49-F238E27FC236}">
                      <a16:creationId xmlns:a16="http://schemas.microsoft.com/office/drawing/2014/main" id="{F8C1FFB7-F320-43F5-A847-3C5B5499198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90708" y="226759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1" name="TextBox42" r:id="rId43" imgW="1181160" imgH="438120"/>
        </mc:Choice>
        <mc:Fallback>
          <p:control name="TextBox42" r:id="rId43" imgW="1181160" imgH="438120">
            <p:pic>
              <p:nvPicPr>
                <p:cNvPr id="54" name="TextBox42">
                  <a:extLst>
                    <a:ext uri="{FF2B5EF4-FFF2-40B4-BE49-F238E27FC236}">
                      <a16:creationId xmlns:a16="http://schemas.microsoft.com/office/drawing/2014/main" id="{484D7160-8C9E-4D7F-BFA7-CD06C021BBE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37933" y="2300919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2" name="TextBox43" r:id="rId44" imgW="1181160" imgH="438120"/>
        </mc:Choice>
        <mc:Fallback>
          <p:control name="TextBox43" r:id="rId44" imgW="1181160" imgH="438120">
            <p:pic>
              <p:nvPicPr>
                <p:cNvPr id="55" name="TextBox43">
                  <a:extLst>
                    <a:ext uri="{FF2B5EF4-FFF2-40B4-BE49-F238E27FC236}">
                      <a16:creationId xmlns:a16="http://schemas.microsoft.com/office/drawing/2014/main" id="{415020F9-ADA6-4D42-A3E5-9F7368D77F2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55317" y="229473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3" name="TextBox44" r:id="rId45" imgW="1181160" imgH="438120"/>
        </mc:Choice>
        <mc:Fallback>
          <p:control name="TextBox44" r:id="rId45" imgW="1181160" imgH="438120">
            <p:pic>
              <p:nvPicPr>
                <p:cNvPr id="56" name="TextBox44">
                  <a:extLst>
                    <a:ext uri="{FF2B5EF4-FFF2-40B4-BE49-F238E27FC236}">
                      <a16:creationId xmlns:a16="http://schemas.microsoft.com/office/drawing/2014/main" id="{9873D634-8EA5-41E7-8457-EBA11AD742E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38083" y="2305027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4" name="TextBox45" r:id="rId46" imgW="1181160" imgH="438120"/>
        </mc:Choice>
        <mc:Fallback>
          <p:control name="TextBox45" r:id="rId46" imgW="1181160" imgH="438120">
            <p:pic>
              <p:nvPicPr>
                <p:cNvPr id="57" name="TextBox45">
                  <a:extLst>
                    <a:ext uri="{FF2B5EF4-FFF2-40B4-BE49-F238E27FC236}">
                      <a16:creationId xmlns:a16="http://schemas.microsoft.com/office/drawing/2014/main" id="{0469B20A-A151-4DBF-8E07-69F12AB652D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22870" y="188843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5" name="TextBox46" r:id="rId47" imgW="1181160" imgH="438120"/>
        </mc:Choice>
        <mc:Fallback>
          <p:control name="TextBox46" r:id="rId47" imgW="1181160" imgH="438120">
            <p:pic>
              <p:nvPicPr>
                <p:cNvPr id="58" name="TextBox46">
                  <a:extLst>
                    <a:ext uri="{FF2B5EF4-FFF2-40B4-BE49-F238E27FC236}">
                      <a16:creationId xmlns:a16="http://schemas.microsoft.com/office/drawing/2014/main" id="{BE3C69A5-C66A-46B7-A46B-93FF0AE9483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68031" y="2356651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6" name="TextBox47" r:id="rId48" imgW="1181160" imgH="438120"/>
        </mc:Choice>
        <mc:Fallback>
          <p:control name="TextBox47" r:id="rId48" imgW="1181160" imgH="438120">
            <p:pic>
              <p:nvPicPr>
                <p:cNvPr id="59" name="TextBox47">
                  <a:extLst>
                    <a:ext uri="{FF2B5EF4-FFF2-40B4-BE49-F238E27FC236}">
                      <a16:creationId xmlns:a16="http://schemas.microsoft.com/office/drawing/2014/main" id="{5C67C191-269D-4CEF-812E-E8A18F233A0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83391" y="1438092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7" name="TextBox48" r:id="rId49" imgW="1181160" imgH="438120"/>
        </mc:Choice>
        <mc:Fallback>
          <p:control name="TextBox48" r:id="rId49" imgW="1181160" imgH="438120">
            <p:pic>
              <p:nvPicPr>
                <p:cNvPr id="60" name="TextBox48">
                  <a:extLst>
                    <a:ext uri="{FF2B5EF4-FFF2-40B4-BE49-F238E27FC236}">
                      <a16:creationId xmlns:a16="http://schemas.microsoft.com/office/drawing/2014/main" id="{9F47ADEE-4D92-41C9-82F3-1E137132DE9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99116" y="1458687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8" name="TextBox49" r:id="rId50" imgW="1181160" imgH="438120"/>
        </mc:Choice>
        <mc:Fallback>
          <p:control name="TextBox49" r:id="rId50" imgW="1181160" imgH="438120">
            <p:pic>
              <p:nvPicPr>
                <p:cNvPr id="61" name="TextBox49">
                  <a:extLst>
                    <a:ext uri="{FF2B5EF4-FFF2-40B4-BE49-F238E27FC236}">
                      <a16:creationId xmlns:a16="http://schemas.microsoft.com/office/drawing/2014/main" id="{2D9896FD-DD4A-479C-8D59-EC7170A2F456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600" y="971550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99" name="TextBox50" r:id="rId51" imgW="1181160" imgH="438120"/>
        </mc:Choice>
        <mc:Fallback>
          <p:control name="TextBox50" r:id="rId51" imgW="1181160" imgH="438120">
            <p:pic>
              <p:nvPicPr>
                <p:cNvPr id="62" name="TextBox50">
                  <a:extLst>
                    <a:ext uri="{FF2B5EF4-FFF2-40B4-BE49-F238E27FC236}">
                      <a16:creationId xmlns:a16="http://schemas.microsoft.com/office/drawing/2014/main" id="{6F7C8CA0-C109-4C4B-AC77-FAED3FE5CD6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22614" y="2307462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100" name="TextBox51" r:id="rId52" imgW="1181160" imgH="438120"/>
        </mc:Choice>
        <mc:Fallback>
          <p:control name="TextBox51" r:id="rId52" imgW="1181160" imgH="438120">
            <p:pic>
              <p:nvPicPr>
                <p:cNvPr id="63" name="TextBox51">
                  <a:extLst>
                    <a:ext uri="{FF2B5EF4-FFF2-40B4-BE49-F238E27FC236}">
                      <a16:creationId xmlns:a16="http://schemas.microsoft.com/office/drawing/2014/main" id="{96B04B66-BACA-4FF7-94F9-59DEEAC21A2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61148" y="2345098"/>
                  <a:ext cx="1184275" cy="439737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810389861"/>
      </p:ext>
    </p:extLst>
  </p:cSld>
  <p:clrMapOvr>
    <a:masterClrMapping/>
  </p:clrMapOvr>
  <p:transition spd="slow" advClick="0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horzBrick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D5C8B7-B757-4BDA-97E4-64E0605ACBD3}"/>
              </a:ext>
            </a:extLst>
          </p:cNvPr>
          <p:cNvSpPr/>
          <p:nvPr/>
        </p:nvSpPr>
        <p:spPr>
          <a:xfrm>
            <a:off x="15562" y="-8137"/>
            <a:ext cx="12176438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-816768" y="0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TwoNote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3ED5C-898E-4B58-8208-40C1C011BE61}"/>
              </a:ext>
            </a:extLst>
          </p:cNvPr>
          <p:cNvSpPr txBox="1"/>
          <p:nvPr/>
        </p:nvSpPr>
        <p:spPr>
          <a:xfrm>
            <a:off x="37917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 action="ppaction://hlinksldjump"/>
              </a:rPr>
              <a:t>Вкладка 1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C9EBC-7B21-44F9-9EE4-506B8B4B78D4}"/>
              </a:ext>
            </a:extLst>
          </p:cNvPr>
          <p:cNvSpPr txBox="1"/>
          <p:nvPr/>
        </p:nvSpPr>
        <p:spPr>
          <a:xfrm>
            <a:off x="4881555" y="-813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6" action="ppaction://hlinksldjump"/>
              </a:rPr>
              <a:t>Вкладка 2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C4155-3B5A-4C02-B6E1-9AC079B975C7}"/>
              </a:ext>
            </a:extLst>
          </p:cNvPr>
          <p:cNvSpPr txBox="1"/>
          <p:nvPr/>
        </p:nvSpPr>
        <p:spPr>
          <a:xfrm>
            <a:off x="5971366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7" action="ppaction://hlinksldjump"/>
              </a:rPr>
              <a:t>Вкладка 3</a:t>
            </a:r>
            <a:endParaRPr lang="ru-RU" dirty="0"/>
          </a:p>
        </p:txBody>
      </p:sp>
      <p:sp>
        <p:nvSpPr>
          <p:cNvPr id="12" name="Управляющая кнопка: &quot;На главную&quot; 1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0CCBD2E-794E-47A2-BD30-D22167B25CE8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74" name="TextBox1" r:id="rId2" imgW="12173040" imgH="6324480"/>
        </mc:Choice>
        <mc:Fallback>
          <p:control name="TextBox1" r:id="rId2" imgW="12173040" imgH="6324480">
            <p:pic>
              <p:nvPicPr>
                <p:cNvPr id="3" name="TextBox1">
                  <a:extLst>
                    <a:ext uri="{FF2B5EF4-FFF2-40B4-BE49-F238E27FC236}">
                      <a16:creationId xmlns:a16="http://schemas.microsoft.com/office/drawing/2014/main" id="{E18408D7-794D-4179-8F2F-79B945EA9DC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24421" y="531357"/>
                  <a:ext cx="12176125" cy="6326643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427185352"/>
      </p:ext>
    </p:extLst>
  </p:cSld>
  <p:clrMapOvr>
    <a:masterClrMapping/>
  </p:clrMapOvr>
  <p:transition spd="slow" advClick="0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D5C8B7-B757-4BDA-97E4-64E0605ACBD3}"/>
              </a:ext>
            </a:extLst>
          </p:cNvPr>
          <p:cNvSpPr/>
          <p:nvPr/>
        </p:nvSpPr>
        <p:spPr>
          <a:xfrm>
            <a:off x="15562" y="-8137"/>
            <a:ext cx="12176438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-816768" y="0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TwoNote</a:t>
            </a:r>
            <a:endParaRPr lang="ru-RU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262F3-7465-4B56-8049-6B2A28AE8308}"/>
              </a:ext>
            </a:extLst>
          </p:cNvPr>
          <p:cNvSpPr txBox="1"/>
          <p:nvPr/>
        </p:nvSpPr>
        <p:spPr>
          <a:xfrm>
            <a:off x="37917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 action="ppaction://hlinksldjump"/>
              </a:rPr>
              <a:t>Вкладка 1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339EA-5095-4E07-A04A-AF362C82875A}"/>
              </a:ext>
            </a:extLst>
          </p:cNvPr>
          <p:cNvSpPr txBox="1"/>
          <p:nvPr/>
        </p:nvSpPr>
        <p:spPr>
          <a:xfrm>
            <a:off x="4881555" y="-813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6" action="ppaction://hlinksldjump"/>
              </a:rPr>
              <a:t>Вкладка 2</a:t>
            </a:r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B56842-7AA6-4575-A2DA-BCA05DCB6FBB}"/>
              </a:ext>
            </a:extLst>
          </p:cNvPr>
          <p:cNvSpPr txBox="1"/>
          <p:nvPr/>
        </p:nvSpPr>
        <p:spPr>
          <a:xfrm>
            <a:off x="5971366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7" action="ppaction://hlinksldjump"/>
              </a:rPr>
              <a:t>Вкладка 3</a:t>
            </a:r>
            <a:endParaRPr lang="ru-RU" dirty="0"/>
          </a:p>
        </p:txBody>
      </p:sp>
      <p:sp>
        <p:nvSpPr>
          <p:cNvPr id="46" name="Управляющая кнопка: &quot;На главную&quot; 4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FA47E6B-449D-43D4-947A-510EDCDBC1B6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098" name="TextBox1" r:id="rId2" imgW="12173040" imgH="6324480"/>
        </mc:Choice>
        <mc:Fallback>
          <p:control name="TextBox1" r:id="rId2" imgW="12173040" imgH="6324480">
            <p:pic>
              <p:nvPicPr>
                <p:cNvPr id="45" name="TextBox1">
                  <a:extLst>
                    <a:ext uri="{FF2B5EF4-FFF2-40B4-BE49-F238E27FC236}">
                      <a16:creationId xmlns:a16="http://schemas.microsoft.com/office/drawing/2014/main" id="{5D8AFCA1-D2F1-4DF8-A7EF-0A3DA123CFE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75" y="531357"/>
                  <a:ext cx="12176125" cy="6326643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811473390"/>
      </p:ext>
    </p:extLst>
  </p:cSld>
  <p:clrMapOvr>
    <a:masterClrMapping/>
  </p:clrMapOvr>
  <p:transition spd="slow" advClick="0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71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3D5C8B7-B757-4BDA-97E4-64E0605ACBD3}"/>
              </a:ext>
            </a:extLst>
          </p:cNvPr>
          <p:cNvSpPr/>
          <p:nvPr/>
        </p:nvSpPr>
        <p:spPr>
          <a:xfrm>
            <a:off x="15562" y="-8137"/>
            <a:ext cx="12176438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-816768" y="0"/>
            <a:ext cx="3366577" cy="52322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TwoNote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05CEF-A0A4-44F2-9D78-2E26285C2039}"/>
              </a:ext>
            </a:extLst>
          </p:cNvPr>
          <p:cNvSpPr txBox="1"/>
          <p:nvPr/>
        </p:nvSpPr>
        <p:spPr>
          <a:xfrm>
            <a:off x="37917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 action="ppaction://hlinksldjump"/>
              </a:rPr>
              <a:t>Вкладка 1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0E3847-12B0-4FCD-82A0-117681CD9377}"/>
              </a:ext>
            </a:extLst>
          </p:cNvPr>
          <p:cNvSpPr txBox="1"/>
          <p:nvPr/>
        </p:nvSpPr>
        <p:spPr>
          <a:xfrm>
            <a:off x="4881555" y="-813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6" action="ppaction://hlinksldjump"/>
              </a:rPr>
              <a:t>Вкладка 2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8B5C95-11C6-4576-B865-A911B1403DF4}"/>
              </a:ext>
            </a:extLst>
          </p:cNvPr>
          <p:cNvSpPr txBox="1"/>
          <p:nvPr/>
        </p:nvSpPr>
        <p:spPr>
          <a:xfrm>
            <a:off x="5971366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7" action="ppaction://hlinksldjump"/>
              </a:rPr>
              <a:t>Вкладка 3</a:t>
            </a:r>
            <a:endParaRPr lang="ru-RU" dirty="0"/>
          </a:p>
        </p:txBody>
      </p:sp>
      <p:sp>
        <p:nvSpPr>
          <p:cNvPr id="9" name="Управляющая кнопка: &quot;На главную&quot;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A5692D4-763F-4746-B757-814C89866935}"/>
              </a:ext>
            </a:extLst>
          </p:cNvPr>
          <p:cNvSpPr/>
          <p:nvPr/>
        </p:nvSpPr>
        <p:spPr>
          <a:xfrm>
            <a:off x="11640616" y="0"/>
            <a:ext cx="551384" cy="523220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122" name="TextBox1" r:id="rId2" imgW="12173040" imgH="6324480"/>
        </mc:Choice>
        <mc:Fallback>
          <p:control name="TextBox1" r:id="rId2" imgW="12173040" imgH="6324480">
            <p:pic>
              <p:nvPicPr>
                <p:cNvPr id="8" name="TextBox1">
                  <a:extLst>
                    <a:ext uri="{FF2B5EF4-FFF2-40B4-BE49-F238E27FC236}">
                      <a16:creationId xmlns:a16="http://schemas.microsoft.com/office/drawing/2014/main" id="{0F830DF5-02D9-4A77-9669-BA1FBCBE262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75" y="531357"/>
                  <a:ext cx="12176125" cy="6326643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205544018"/>
      </p:ext>
    </p:extLst>
  </p:cSld>
  <p:clrMapOvr>
    <a:masterClrMapping/>
  </p:clrMapOvr>
  <p:transition spd="slow" advClick="0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89054" y="1196752"/>
            <a:ext cx="1808055" cy="720080"/>
          </a:xfrm>
          <a:effectLst>
            <a:reflection blurRad="6350" stA="50000" endA="300" endPos="90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ru-RU" dirty="0"/>
              <a:t>Выход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rot="10612882" flipV="1">
            <a:off x="10776519" y="5445224"/>
            <a:ext cx="45719" cy="50405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hg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919536" y="4725149"/>
            <a:ext cx="2952328" cy="646331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endParaRPr lang="ru-RU" dirty="0"/>
          </a:p>
          <a:p>
            <a:pPr algn="ctr"/>
            <a:r>
              <a:rPr lang="ru-RU" dirty="0"/>
              <a:t>Для Выхода нажмите </a:t>
            </a:r>
            <a:r>
              <a:rPr lang="en-US" dirty="0"/>
              <a:t>Esc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548993" y="4945583"/>
            <a:ext cx="1008112" cy="3693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hlinkClick r:id="rId2" action="ppaction://hlinksldjump"/>
              </a:rPr>
              <a:t>Отмена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715722"/>
      </p:ext>
    </p:extLst>
  </p:cSld>
  <p:clrMapOvr>
    <a:masterClrMapping/>
  </p:clrMapOvr>
  <p:transition spd="slow" advClick="0">
    <p:wheel spokes="1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47571A-98DC-421F-9F5D-C0D94A1E2F40}">
  <we:reference id="wa200000729" version="4.13.31.0" store="ru-RU" storeType="OMEX"/>
  <we:alternateReferences>
    <we:reference id="wa200000729" version="4.13.31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Words>91</Words>
  <Application>Microsoft Office PowerPoint</Application>
  <PresentationFormat>Широкоэкранный</PresentationFormat>
  <Paragraphs>54</Paragraphs>
  <Slides>10</Slides>
  <Notes>8</Notes>
  <HiddenSlides>9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Ожидание…</vt:lpstr>
      <vt:lpstr>TwoApps 2025 для Дома и учёбы </vt:lpstr>
      <vt:lpstr>  </vt:lpstr>
      <vt:lpstr>  </vt:lpstr>
      <vt:lpstr>  </vt:lpstr>
      <vt:lpstr>  </vt:lpstr>
      <vt:lpstr>  </vt:lpstr>
      <vt:lpstr>  </vt:lpstr>
      <vt:lpstr>  </vt:lpstr>
      <vt:lpstr>Выход</vt:lpstr>
    </vt:vector>
  </TitlesOfParts>
  <Manager>Green-LLC Lab</Manager>
  <Company>Green-Store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</dc:title>
  <dc:subject>TCS 3.0</dc:subject>
  <dc:creator>Green-LLC Lab</dc:creator>
  <cp:lastModifiedBy>Стёпа Лещенко</cp:lastModifiedBy>
  <cp:revision>131</cp:revision>
  <dcterms:created xsi:type="dcterms:W3CDTF">2025-11-10T10:53:27Z</dcterms:created>
  <dcterms:modified xsi:type="dcterms:W3CDTF">2026-08-17T15:11:33Z</dcterms:modified>
</cp:coreProperties>
</file>